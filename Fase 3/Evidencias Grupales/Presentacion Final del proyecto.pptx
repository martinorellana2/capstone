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3" r:id="rId8"/>
    <p:sldId id="265" r:id="rId9"/>
    <p:sldId id="267" r:id="rId10"/>
    <p:sldId id="266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FF832-F325-8E4C-3F66-0AE315458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3BF871-9967-C036-C21C-E61E09630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569FA1-3387-64E4-57AB-C364D0A4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016916-77C8-6387-E808-2623B3F1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9E1256-A616-4ED9-B476-40A4DA97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199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976A8-310A-09B0-7D4E-D320C0D1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F15FA3-EFA1-4DB6-E099-F3E6801C8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B46F9-AD65-E520-723C-7269F228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35602B-5FED-6FD3-BE75-C58AE657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020893-E8B9-8ABD-2927-10C79354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31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32489-F893-6059-908C-C7260EB2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D37ADB-9267-C093-020F-723546FCF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4687EF-8152-E716-DCE4-AC57520D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E8DD19-E1B4-1AC0-0073-D0E92D00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45A51F-F856-DDA1-34E6-6D6F30E8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717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31447-3213-293D-2684-F5C63A33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A8C9F7-FAE8-623F-B34E-729A20D52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0A994C-6A33-9A3B-E1BE-4591BB953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364E92-6039-BB33-2307-CD96243EB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6B8CB2-C4E2-39EF-DC57-071C8574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561ECF-C04D-3B21-DF41-B630B67F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088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B19AF-312F-6BBD-C591-897860035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4033EF-BF27-DD2E-468C-0B91BA2DD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7D0A88-5468-5E5E-96A4-482D764E5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A68076-8922-1BDE-BBD8-2AA0F5330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216C1C-9C4A-6B2A-15A5-415C3500C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1BAD3E-5318-7336-9DD0-2117E1084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99BFDEB-2F1D-C619-49AA-8120104F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4E8ECD-671A-671D-985F-C8266156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738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F3600-30FB-EAF2-3011-DA92BCBF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A42475-9F70-F3B2-2DF7-FE24D2E1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059FBB-072C-8485-E47E-AD9FCD4D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F4312A-EE5B-968D-E754-4C93F715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457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D492DB-BDCE-2BD0-1BA2-D35C937E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ECA9EA-6679-52D5-A51C-9688B9F1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6D4EF8-5603-0B8A-358C-99C5BD2D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699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68CE7-74D9-4C4B-04D1-36841EC4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51DDF-2523-25C1-BCBD-BAABB280D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DE01E5-59CA-7445-71F3-13BE9547C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372EBA-B46C-6834-F563-2D532AC65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9814F2-AD46-F85E-86D1-23950ADD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8F1654-6163-7D7E-3A23-93BAAF00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55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AE0B5-D497-B8A4-0B97-63F5904D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16D19B-4121-6190-72E4-8102AE2585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17AAB4-E7C3-9AC2-D803-B6757B396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CC7AB4-CB34-655B-B7EA-77885985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CBFF13-77AE-FF75-CB2E-D03FC223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7A62C2-5AD3-6998-03A9-8A198DF75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2206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602147-E29E-9265-EBDE-0011E7C58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0E714A-0211-E840-304A-254000EB6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3DE9B4-F069-AD71-16A8-8A5ADAA2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2B6C8E-B90F-D387-B198-E4F0DA16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18DC2D-CADD-CF5C-5195-78E71B14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968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78B996-DB73-74FD-3DDB-9D9F90388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340236-2699-67B5-FBD8-F15D173B2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8348F3-46D2-2318-ABE0-576C13937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0C0A18-E4EE-E58E-4265-1191D77B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11BA4-6FF6-51BA-B149-13518D79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467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E8420A-29E0-B60A-A3E0-5466018BF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2297EB-006B-EF78-016E-C16BC6E62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EC032-EFC7-C532-2BA1-A0BE79580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440B4-6E41-4912-96D7-5530E0C8F197}" type="datetimeFigureOut">
              <a:rPr lang="es-CL" smtClean="0"/>
              <a:t>26-11-2025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058D3-E3EC-D98E-0416-8163AE42C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5A7882-4927-C17C-A6F6-CF3C02F1D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3486D-A8EA-4258-8649-88D7BF6555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83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051D3-C93F-C8F7-882F-58BD076B2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171"/>
            <a:ext cx="9144000" cy="2192792"/>
          </a:xfrm>
        </p:spPr>
        <p:txBody>
          <a:bodyPr/>
          <a:lstStyle/>
          <a:p>
            <a:r>
              <a:rPr lang="es-CL" dirty="0"/>
              <a:t>Proyecto </a:t>
            </a:r>
            <a:br>
              <a:rPr lang="es-CL" dirty="0"/>
            </a:br>
            <a:r>
              <a:rPr lang="es-CL" dirty="0"/>
              <a:t>Flota PepsiCo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FE6BAE-01A9-A309-C983-B42ED11EA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88930"/>
          </a:xfrm>
        </p:spPr>
        <p:txBody>
          <a:bodyPr>
            <a:normAutofit/>
          </a:bodyPr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pPr algn="r"/>
            <a:r>
              <a:rPr lang="es-CL" dirty="0"/>
              <a:t>Fernando Araneda</a:t>
            </a:r>
          </a:p>
          <a:p>
            <a:pPr algn="r"/>
            <a:r>
              <a:rPr lang="es-CL" dirty="0"/>
              <a:t> Martín Orellana</a:t>
            </a:r>
          </a:p>
          <a:p>
            <a:pPr algn="r"/>
            <a:r>
              <a:rPr lang="es-CL" dirty="0"/>
              <a:t> Claudia  Ortega</a:t>
            </a:r>
          </a:p>
          <a:p>
            <a:endParaRPr lang="es-CL" dirty="0"/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5F33184C-6453-0681-2E11-2424946B8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8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632D-6C0F-E70E-6350-EA8F8ECB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103FD-937C-ED4A-6E13-27C53D7E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55017"/>
            <a:ext cx="9144000" cy="1118507"/>
          </a:xfrm>
        </p:spPr>
        <p:txBody>
          <a:bodyPr>
            <a:normAutofit/>
          </a:bodyPr>
          <a:lstStyle/>
          <a:p>
            <a:r>
              <a:rPr lang="es-CL" sz="5400" dirty="0"/>
              <a:t>Contexto de la Empresa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3B0FBFF-ED15-0509-3531-690FEC3A1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349149F-4383-EB83-835F-36C2446A21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60714" y="2469350"/>
            <a:ext cx="930728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 sz="2000"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PepsiCo es líder mundial en alimentos y bebidas, con una flota amplia de distribución.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continuidad operacional depende del taller mecánico interno.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falta de centralización en la información dificulta la toma de decisiones.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 requiere mejorar trazabilidad, planificación y control operativo.</a:t>
            </a:r>
          </a:p>
        </p:txBody>
      </p:sp>
    </p:spTree>
    <p:extLst>
      <p:ext uri="{BB962C8B-B14F-4D97-AF65-F5344CB8AC3E}">
        <p14:creationId xmlns:p14="http://schemas.microsoft.com/office/powerpoint/2010/main" val="3848899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34BA-A086-3A88-39AC-6AD7021E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BA20B-4149-15F9-341F-CBF4C1879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171"/>
            <a:ext cx="9144000" cy="1118507"/>
          </a:xfrm>
        </p:spPr>
        <p:txBody>
          <a:bodyPr>
            <a:normAutofit/>
          </a:bodyPr>
          <a:lstStyle/>
          <a:p>
            <a:r>
              <a:rPr lang="es-MX" sz="5400" dirty="0"/>
              <a:t>Problemas</a:t>
            </a:r>
            <a:endParaRPr lang="es-CL" sz="5400" dirty="0"/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9EC25D7-0467-7405-01DD-3A0163105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335C9AC-B547-873A-60DC-6B70569FD4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721761"/>
            <a:ext cx="864691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Registros manuales dispersos (Excel, papel, mensajes).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Falta de historial confiable de mantenciones.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hay visibilidad del estado real de cada vehículo.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Planificación reactiva → más detenciones no programadas.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Toma de decisiones basada en información incompleta.</a:t>
            </a:r>
          </a:p>
        </p:txBody>
      </p:sp>
    </p:spTree>
    <p:extLst>
      <p:ext uri="{BB962C8B-B14F-4D97-AF65-F5344CB8AC3E}">
        <p14:creationId xmlns:p14="http://schemas.microsoft.com/office/powerpoint/2010/main" val="1532704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75CB-14F2-0871-92FD-4EB70BC81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8E123-C271-B070-2FBB-5A278CF57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171"/>
            <a:ext cx="9144000" cy="1012372"/>
          </a:xfrm>
        </p:spPr>
        <p:txBody>
          <a:bodyPr>
            <a:normAutofit/>
          </a:bodyPr>
          <a:lstStyle/>
          <a:p>
            <a:r>
              <a:rPr lang="es-CL" sz="5400" dirty="0"/>
              <a:t>Solución Propuesta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16ECD958-D785-8700-BFF8-0B0197A68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80E6602-2B31-E0E0-5EAB-63928E97E3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721759"/>
            <a:ext cx="1006557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Plataforma para administrar flota, mantenciones y órdenes de trabajo.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Información unificada en un solo sistema.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Seguimiento del estado de cada vehículo desde el taller.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 automático de intervenciones y repuestos.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Reportabilidad para decisiones rápidas y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311889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A28B-31BF-C22F-9154-7AA0AE45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449A2-1F5A-026D-8F3C-40E4E657B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171"/>
            <a:ext cx="9144000" cy="1003242"/>
          </a:xfrm>
        </p:spPr>
        <p:txBody>
          <a:bodyPr>
            <a:normAutofit/>
          </a:bodyPr>
          <a:lstStyle/>
          <a:p>
            <a:r>
              <a:rPr lang="es-CL" sz="5400" dirty="0"/>
              <a:t>Objetivo General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5D46D4-4A32-C9D3-3BA8-30845BB90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1019"/>
            <a:ext cx="9144000" cy="2386781"/>
          </a:xfrm>
        </p:spPr>
        <p:txBody>
          <a:bodyPr>
            <a:normAutofit/>
          </a:bodyPr>
          <a:lstStyle/>
          <a:p>
            <a:r>
              <a:rPr lang="es-MX" dirty="0"/>
              <a:t>Desarrollar un sistema centralizado para gestionar las operaciones del taller mecánico de flota PepsiCo, mejorando trazabilidad, planificación y eficiencia.</a:t>
            </a:r>
            <a:endParaRPr lang="es-CL" dirty="0"/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EB386246-8ED9-3313-F5AE-DEC7A6846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8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1C163-0332-A295-25B4-F8A52350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1B431-22DE-0925-F00A-D9A372239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171"/>
            <a:ext cx="9144000" cy="865590"/>
          </a:xfrm>
        </p:spPr>
        <p:txBody>
          <a:bodyPr>
            <a:normAutofit fontScale="90000"/>
          </a:bodyPr>
          <a:lstStyle/>
          <a:p>
            <a:r>
              <a:rPr lang="es-CL" dirty="0"/>
              <a:t>Objetivos Específicos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AAE2862-8C1E-87BE-DDF0-E99A712DE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F083FFE-4B7D-67C7-25DB-01CED57857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63096" y="2544778"/>
            <a:ext cx="84241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Registrar vehículos y su historial.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Controlar mantenciones preventivas y correctivas.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Gestionar órdenes de trabajo del taller.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Obtener reportes automáticos para gestión de flota.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Optimizar decisiones operativas basadas en datos reales.</a:t>
            </a:r>
          </a:p>
        </p:txBody>
      </p:sp>
    </p:spTree>
    <p:extLst>
      <p:ext uri="{BB962C8B-B14F-4D97-AF65-F5344CB8AC3E}">
        <p14:creationId xmlns:p14="http://schemas.microsoft.com/office/powerpoint/2010/main" val="117980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8B2DC-44BE-22E4-8D0A-C57F31C6E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C7C38-3F6E-15DD-B7E5-FC6F51715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9016"/>
            <a:ext cx="9144000" cy="983577"/>
          </a:xfrm>
        </p:spPr>
        <p:txBody>
          <a:bodyPr>
            <a:normAutofit/>
          </a:bodyPr>
          <a:lstStyle/>
          <a:p>
            <a:r>
              <a:rPr lang="es-CL" sz="5400" dirty="0"/>
              <a:t>Alcance del Proyecto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CDEFB8-16C7-DF08-C03F-D3BFB95E9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7020" y="2192593"/>
            <a:ext cx="9144000" cy="4424516"/>
          </a:xfrm>
        </p:spPr>
        <p:txBody>
          <a:bodyPr>
            <a:noAutofit/>
          </a:bodyPr>
          <a:lstStyle/>
          <a:p>
            <a:pPr algn="l"/>
            <a:r>
              <a:rPr lang="es-MX" b="1" dirty="0"/>
              <a:t>Incluye:</a:t>
            </a:r>
            <a:endParaRPr lang="es-MX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dirty="0"/>
              <a:t>Registro de vehículos y conductores.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dirty="0"/>
              <a:t>Ingreso y egreso de vehículos.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dirty="0"/>
              <a:t>Agenda de mantenciones.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dirty="0"/>
              <a:t>Órdenes de trabajo del taller.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dirty="0"/>
              <a:t>Historial y reportes.</a:t>
            </a:r>
          </a:p>
          <a:p>
            <a:pPr algn="l"/>
            <a:endParaRPr lang="es-MX" dirty="0"/>
          </a:p>
          <a:p>
            <a:pPr algn="l"/>
            <a:r>
              <a:rPr lang="es-MX" b="1" dirty="0"/>
              <a:t>No Incluye:</a:t>
            </a:r>
            <a:endParaRPr lang="es-MX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dirty="0"/>
              <a:t>Integración con GPS externos.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s-MX" dirty="0"/>
              <a:t>Procesos financieros.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3A24C025-8EEF-72E1-5219-26CE49009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67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E2437-F79A-9538-1D14-52D69100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BD1FC-8C06-DE3E-54D7-D5C843FB3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171"/>
            <a:ext cx="9144000" cy="1118507"/>
          </a:xfrm>
        </p:spPr>
        <p:txBody>
          <a:bodyPr>
            <a:normAutofit/>
          </a:bodyPr>
          <a:lstStyle/>
          <a:p>
            <a:r>
              <a:rPr lang="es-CL" sz="5400" dirty="0"/>
              <a:t>Beneficios Esperados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CBB50577-607E-D642-43CE-853F90479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DF76E38-CA4C-2F79-6F31-32F1AF4C1A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721759"/>
            <a:ext cx="91967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Mayor visibilidad del estado de la flota.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Menos tiempos muertos.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 planificación de cargas de trabajo en el taller.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Información clara para decisiones de mantenimiento.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Reducción de costos y aumento de disponibilidad de vehículos.</a:t>
            </a:r>
          </a:p>
        </p:txBody>
      </p:sp>
    </p:spTree>
    <p:extLst>
      <p:ext uri="{BB962C8B-B14F-4D97-AF65-F5344CB8AC3E}">
        <p14:creationId xmlns:p14="http://schemas.microsoft.com/office/powerpoint/2010/main" val="102417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521E-1DF8-BE1E-610E-8C1B1AEE7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FDED2-24AC-C49A-025A-B64101E7E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0039" y="914048"/>
            <a:ext cx="9144000" cy="1118507"/>
          </a:xfrm>
        </p:spPr>
        <p:txBody>
          <a:bodyPr>
            <a:normAutofit/>
          </a:bodyPr>
          <a:lstStyle/>
          <a:p>
            <a:r>
              <a:rPr lang="es-CL" sz="5400" dirty="0"/>
              <a:t>Funcionamiento General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8BEFAE4-D276-05A5-E66D-01CE2CFD7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EC94BE4-6444-90DD-C81B-96C462F48C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352427"/>
            <a:ext cx="568617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 del vehículo.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Solicitud de mantención o reparación.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Generación de orden de trabajo.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Ejecución en el taller.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Cierre y registro en historial.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Reporte para jefatura.</a:t>
            </a:r>
          </a:p>
        </p:txBody>
      </p:sp>
    </p:spTree>
    <p:extLst>
      <p:ext uri="{BB962C8B-B14F-4D97-AF65-F5344CB8AC3E}">
        <p14:creationId xmlns:p14="http://schemas.microsoft.com/office/powerpoint/2010/main" val="2120957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B153B-F1E9-D006-971A-074BF007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15DCD-B1DF-E62D-36AD-140FDE941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7171"/>
            <a:ext cx="9144000" cy="954081"/>
          </a:xfrm>
        </p:spPr>
        <p:txBody>
          <a:bodyPr>
            <a:normAutofit/>
          </a:bodyPr>
          <a:lstStyle/>
          <a:p>
            <a:r>
              <a:rPr lang="es-CL" sz="5400" dirty="0"/>
              <a:t>Conclusión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15FDEB-87B6-3609-8D89-6A750FEF3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02194"/>
            <a:ext cx="9144000" cy="2455606"/>
          </a:xfrm>
        </p:spPr>
        <p:txBody>
          <a:bodyPr>
            <a:normAutofit/>
          </a:bodyPr>
          <a:lstStyle/>
          <a:p>
            <a:r>
              <a:rPr lang="es-MX" dirty="0"/>
              <a:t>El sistema permitirá un control integral del taller mecánico de la flota, centralizando la información y mejorando la toma de decisiones. Esto se traduce en mayor eficiencia operativa, menos detenciones y una mejor gestión estratégica de los recursos de PepsiCo.</a:t>
            </a:r>
            <a:endParaRPr lang="es-CL" dirty="0"/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3673BC8-3C31-6223-BB33-28A3410D9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770" y="0"/>
            <a:ext cx="4474029" cy="111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5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374</Words>
  <Application>Microsoft Office PowerPoint</Application>
  <PresentationFormat>Panorámica</PresentationFormat>
  <Paragraphs>83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Proyecto  Flota PepsiCo</vt:lpstr>
      <vt:lpstr>Contexto de la Empresa</vt:lpstr>
      <vt:lpstr>Problemas</vt:lpstr>
      <vt:lpstr>Solución Propuesta</vt:lpstr>
      <vt:lpstr>Objetivo General</vt:lpstr>
      <vt:lpstr>Objetivos Específicos</vt:lpstr>
      <vt:lpstr>Alcance del Proyecto</vt:lpstr>
      <vt:lpstr>Beneficios Esperados</vt:lpstr>
      <vt:lpstr>Funcionamiento General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Claudita Bonita</dc:creator>
  <cp:lastModifiedBy>Claudita Bonita</cp:lastModifiedBy>
  <cp:revision>3</cp:revision>
  <dcterms:created xsi:type="dcterms:W3CDTF">2025-11-25T21:41:52Z</dcterms:created>
  <dcterms:modified xsi:type="dcterms:W3CDTF">2025-11-26T21:42:47Z</dcterms:modified>
</cp:coreProperties>
</file>
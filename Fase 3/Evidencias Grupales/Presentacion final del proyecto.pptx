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C28AD2-7B65-4C1C-9392-8B836969410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C364FF3-30FE-43D0-85AC-35F9E83DBA82}">
      <dgm:prSet/>
      <dgm:spPr/>
      <dgm:t>
        <a:bodyPr/>
        <a:lstStyle/>
        <a:p>
          <a:r>
            <a:rPr lang="es-MX"/>
            <a:t>Falta de visibilidad en tiempo real del progreso de los procesos.</a:t>
          </a:r>
          <a:endParaRPr lang="en-US"/>
        </a:p>
      </dgm:t>
    </dgm:pt>
    <dgm:pt modelId="{EB305A0C-95D3-406A-B599-AA8852611459}" type="parTrans" cxnId="{444B709C-0EA6-435D-AF1F-C76F55E99F07}">
      <dgm:prSet/>
      <dgm:spPr/>
      <dgm:t>
        <a:bodyPr/>
        <a:lstStyle/>
        <a:p>
          <a:endParaRPr lang="en-US"/>
        </a:p>
      </dgm:t>
    </dgm:pt>
    <dgm:pt modelId="{B8FE5BB3-5B00-4577-B8E3-633858F6D464}" type="sibTrans" cxnId="{444B709C-0EA6-435D-AF1F-C76F55E99F07}">
      <dgm:prSet/>
      <dgm:spPr/>
      <dgm:t>
        <a:bodyPr/>
        <a:lstStyle/>
        <a:p>
          <a:endParaRPr lang="en-US"/>
        </a:p>
      </dgm:t>
    </dgm:pt>
    <dgm:pt modelId="{4B3752D1-C1D6-4F72-B54C-2647F84E516A}">
      <dgm:prSet/>
      <dgm:spPr/>
      <dgm:t>
        <a:bodyPr/>
        <a:lstStyle/>
        <a:p>
          <a:r>
            <a:rPr lang="es-MX"/>
            <a:t>Tiempos de respuesta elevados debido a la inexistencia de un sistema centralizado.</a:t>
          </a:r>
          <a:endParaRPr lang="en-US"/>
        </a:p>
      </dgm:t>
    </dgm:pt>
    <dgm:pt modelId="{ECC9138B-1A6D-49B2-B30B-804F45097442}" type="parTrans" cxnId="{0EF03A55-F9AA-479F-BE39-4D414618A523}">
      <dgm:prSet/>
      <dgm:spPr/>
      <dgm:t>
        <a:bodyPr/>
        <a:lstStyle/>
        <a:p>
          <a:endParaRPr lang="en-US"/>
        </a:p>
      </dgm:t>
    </dgm:pt>
    <dgm:pt modelId="{53A98D45-AC72-49DF-8DE9-AE95FE73ED67}" type="sibTrans" cxnId="{0EF03A55-F9AA-479F-BE39-4D414618A523}">
      <dgm:prSet/>
      <dgm:spPr/>
      <dgm:t>
        <a:bodyPr/>
        <a:lstStyle/>
        <a:p>
          <a:endParaRPr lang="en-US"/>
        </a:p>
      </dgm:t>
    </dgm:pt>
    <dgm:pt modelId="{E5F5AF1E-7DAC-46B0-880B-CFD227F34AF2}">
      <dgm:prSet/>
      <dgm:spPr/>
      <dgm:t>
        <a:bodyPr/>
        <a:lstStyle/>
        <a:p>
          <a:r>
            <a:rPr lang="es-MX"/>
            <a:t>Duplicidad de información en distintos canales comunicacionales.</a:t>
          </a:r>
          <a:endParaRPr lang="en-US"/>
        </a:p>
      </dgm:t>
    </dgm:pt>
    <dgm:pt modelId="{0FF8E04C-85C1-4C3E-A46B-0DEB7724397F}" type="parTrans" cxnId="{4BC7C774-DEEB-4E5A-BB42-39A90CC31D4F}">
      <dgm:prSet/>
      <dgm:spPr/>
      <dgm:t>
        <a:bodyPr/>
        <a:lstStyle/>
        <a:p>
          <a:endParaRPr lang="en-US"/>
        </a:p>
      </dgm:t>
    </dgm:pt>
    <dgm:pt modelId="{2306B36E-ADDE-4128-A41F-E51AC9F29DF4}" type="sibTrans" cxnId="{4BC7C774-DEEB-4E5A-BB42-39A90CC31D4F}">
      <dgm:prSet/>
      <dgm:spPr/>
      <dgm:t>
        <a:bodyPr/>
        <a:lstStyle/>
        <a:p>
          <a:endParaRPr lang="en-US"/>
        </a:p>
      </dgm:t>
    </dgm:pt>
    <dgm:pt modelId="{C122B6D2-42B4-434F-81E2-7AEB408BFFDC}">
      <dgm:prSet/>
      <dgm:spPr/>
      <dgm:t>
        <a:bodyPr/>
        <a:lstStyle/>
        <a:p>
          <a:r>
            <a:rPr lang="es-MX"/>
            <a:t>Escasa trazabilidad de las actividades realizadas por los equipos.</a:t>
          </a:r>
          <a:endParaRPr lang="en-US"/>
        </a:p>
      </dgm:t>
    </dgm:pt>
    <dgm:pt modelId="{FCB487E4-8AF2-4FD2-9FA7-805D988CBFB0}" type="parTrans" cxnId="{D243BFB5-7072-427A-A685-2BE0C1207C9E}">
      <dgm:prSet/>
      <dgm:spPr/>
      <dgm:t>
        <a:bodyPr/>
        <a:lstStyle/>
        <a:p>
          <a:endParaRPr lang="en-US"/>
        </a:p>
      </dgm:t>
    </dgm:pt>
    <dgm:pt modelId="{B814FFA3-2345-4B32-A312-814ADC4D5F27}" type="sibTrans" cxnId="{D243BFB5-7072-427A-A685-2BE0C1207C9E}">
      <dgm:prSet/>
      <dgm:spPr/>
      <dgm:t>
        <a:bodyPr/>
        <a:lstStyle/>
        <a:p>
          <a:endParaRPr lang="en-US"/>
        </a:p>
      </dgm:t>
    </dgm:pt>
    <dgm:pt modelId="{E1BDFB7F-6266-4C60-A43E-8193FDEDC94D}">
      <dgm:prSet/>
      <dgm:spPr/>
      <dgm:t>
        <a:bodyPr/>
        <a:lstStyle/>
        <a:p>
          <a:r>
            <a:rPr lang="es-MX"/>
            <a:t>Estas problemáticas generan ineficiencias, sobrecarga operativa y disminución de la productividad del equipo.</a:t>
          </a:r>
          <a:br>
            <a:rPr lang="es-MX"/>
          </a:br>
          <a:r>
            <a:rPr lang="es-MX"/>
            <a:t>Lo anterior evidencia la necesidad de implementar un sistema unificado que permita mejorar los procesos internos.</a:t>
          </a:r>
          <a:endParaRPr lang="en-US"/>
        </a:p>
      </dgm:t>
    </dgm:pt>
    <dgm:pt modelId="{D6516A2A-92BA-45F6-BEB7-E2BE9DFDFD0A}" type="parTrans" cxnId="{01891D99-67C9-4018-A5E3-47FA3CB56483}">
      <dgm:prSet/>
      <dgm:spPr/>
      <dgm:t>
        <a:bodyPr/>
        <a:lstStyle/>
        <a:p>
          <a:endParaRPr lang="en-US"/>
        </a:p>
      </dgm:t>
    </dgm:pt>
    <dgm:pt modelId="{DA44A6EF-00FD-478B-8863-109677BA1145}" type="sibTrans" cxnId="{01891D99-67C9-4018-A5E3-47FA3CB56483}">
      <dgm:prSet/>
      <dgm:spPr/>
      <dgm:t>
        <a:bodyPr/>
        <a:lstStyle/>
        <a:p>
          <a:endParaRPr lang="en-US"/>
        </a:p>
      </dgm:t>
    </dgm:pt>
    <dgm:pt modelId="{D11FF9D3-7B06-475D-821C-4808D78A15B7}" type="pres">
      <dgm:prSet presAssocID="{72C28AD2-7B65-4C1C-9392-8B836969410E}" presName="root" presStyleCnt="0">
        <dgm:presLayoutVars>
          <dgm:dir/>
          <dgm:resizeHandles val="exact"/>
        </dgm:presLayoutVars>
      </dgm:prSet>
      <dgm:spPr/>
    </dgm:pt>
    <dgm:pt modelId="{133DEF88-F15A-4F8A-8755-3DD9A53E2285}" type="pres">
      <dgm:prSet presAssocID="{72C28AD2-7B65-4C1C-9392-8B836969410E}" presName="container" presStyleCnt="0">
        <dgm:presLayoutVars>
          <dgm:dir/>
          <dgm:resizeHandles val="exact"/>
        </dgm:presLayoutVars>
      </dgm:prSet>
      <dgm:spPr/>
    </dgm:pt>
    <dgm:pt modelId="{B3659951-F4F9-425A-A18C-E6EF16E253C4}" type="pres">
      <dgm:prSet presAssocID="{4C364FF3-30FE-43D0-85AC-35F9E83DBA82}" presName="compNode" presStyleCnt="0"/>
      <dgm:spPr/>
    </dgm:pt>
    <dgm:pt modelId="{E71D90BB-1FB9-43F2-B246-E4D9204EAC84}" type="pres">
      <dgm:prSet presAssocID="{4C364FF3-30FE-43D0-85AC-35F9E83DBA82}" presName="iconBgRect" presStyleLbl="bgShp" presStyleIdx="0" presStyleCnt="5"/>
      <dgm:spPr/>
    </dgm:pt>
    <dgm:pt modelId="{7E2C122E-5B96-4E23-8C3A-73E8E17174BF}" type="pres">
      <dgm:prSet presAssocID="{4C364FF3-30FE-43D0-85AC-35F9E83DBA8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0AE1DB66-B476-4AF2-A154-05CA918F021A}" type="pres">
      <dgm:prSet presAssocID="{4C364FF3-30FE-43D0-85AC-35F9E83DBA82}" presName="spaceRect" presStyleCnt="0"/>
      <dgm:spPr/>
    </dgm:pt>
    <dgm:pt modelId="{14AE0FF2-EA41-4266-AB38-1C8A562D3BB2}" type="pres">
      <dgm:prSet presAssocID="{4C364FF3-30FE-43D0-85AC-35F9E83DBA82}" presName="textRect" presStyleLbl="revTx" presStyleIdx="0" presStyleCnt="5">
        <dgm:presLayoutVars>
          <dgm:chMax val="1"/>
          <dgm:chPref val="1"/>
        </dgm:presLayoutVars>
      </dgm:prSet>
      <dgm:spPr/>
    </dgm:pt>
    <dgm:pt modelId="{A8E5219F-79E6-469A-8A33-ADB6D8D9D470}" type="pres">
      <dgm:prSet presAssocID="{B8FE5BB3-5B00-4577-B8E3-633858F6D464}" presName="sibTrans" presStyleLbl="sibTrans2D1" presStyleIdx="0" presStyleCnt="0"/>
      <dgm:spPr/>
    </dgm:pt>
    <dgm:pt modelId="{7BDA7ED4-51AB-42AC-AEB4-86C654E65505}" type="pres">
      <dgm:prSet presAssocID="{4B3752D1-C1D6-4F72-B54C-2647F84E516A}" presName="compNode" presStyleCnt="0"/>
      <dgm:spPr/>
    </dgm:pt>
    <dgm:pt modelId="{071A29B5-546F-44C1-8D53-33F547FD4445}" type="pres">
      <dgm:prSet presAssocID="{4B3752D1-C1D6-4F72-B54C-2647F84E516A}" presName="iconBgRect" presStyleLbl="bgShp" presStyleIdx="1" presStyleCnt="5"/>
      <dgm:spPr/>
    </dgm:pt>
    <dgm:pt modelId="{EF834E40-31E9-44F4-B464-D234FC79C1C3}" type="pres">
      <dgm:prSet presAssocID="{4B3752D1-C1D6-4F72-B54C-2647F84E51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F6429D7C-6745-437F-8969-52BEA2F72AD1}" type="pres">
      <dgm:prSet presAssocID="{4B3752D1-C1D6-4F72-B54C-2647F84E516A}" presName="spaceRect" presStyleCnt="0"/>
      <dgm:spPr/>
    </dgm:pt>
    <dgm:pt modelId="{6E9EB253-7E84-438C-BCDF-C2B3A3E56B1E}" type="pres">
      <dgm:prSet presAssocID="{4B3752D1-C1D6-4F72-B54C-2647F84E516A}" presName="textRect" presStyleLbl="revTx" presStyleIdx="1" presStyleCnt="5">
        <dgm:presLayoutVars>
          <dgm:chMax val="1"/>
          <dgm:chPref val="1"/>
        </dgm:presLayoutVars>
      </dgm:prSet>
      <dgm:spPr/>
    </dgm:pt>
    <dgm:pt modelId="{88E42E7E-9F34-46CC-803F-84CD245B11BC}" type="pres">
      <dgm:prSet presAssocID="{53A98D45-AC72-49DF-8DE9-AE95FE73ED67}" presName="sibTrans" presStyleLbl="sibTrans2D1" presStyleIdx="0" presStyleCnt="0"/>
      <dgm:spPr/>
    </dgm:pt>
    <dgm:pt modelId="{C7072970-311C-4EFF-B8F6-9AEE08265DB7}" type="pres">
      <dgm:prSet presAssocID="{E5F5AF1E-7DAC-46B0-880B-CFD227F34AF2}" presName="compNode" presStyleCnt="0"/>
      <dgm:spPr/>
    </dgm:pt>
    <dgm:pt modelId="{399F1FD5-99EB-4376-B193-CAE06C400CB2}" type="pres">
      <dgm:prSet presAssocID="{E5F5AF1E-7DAC-46B0-880B-CFD227F34AF2}" presName="iconBgRect" presStyleLbl="bgShp" presStyleIdx="2" presStyleCnt="5"/>
      <dgm:spPr/>
    </dgm:pt>
    <dgm:pt modelId="{328E3111-4A2B-463F-BF08-2FB732E65E15}" type="pres">
      <dgm:prSet presAssocID="{E5F5AF1E-7DAC-46B0-880B-CFD227F34AF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9F11C685-8A64-4D95-B5C6-231DAE1DD28B}" type="pres">
      <dgm:prSet presAssocID="{E5F5AF1E-7DAC-46B0-880B-CFD227F34AF2}" presName="spaceRect" presStyleCnt="0"/>
      <dgm:spPr/>
    </dgm:pt>
    <dgm:pt modelId="{ABC6D7E9-4FD2-4CD4-A016-3DB2D3D85616}" type="pres">
      <dgm:prSet presAssocID="{E5F5AF1E-7DAC-46B0-880B-CFD227F34AF2}" presName="textRect" presStyleLbl="revTx" presStyleIdx="2" presStyleCnt="5">
        <dgm:presLayoutVars>
          <dgm:chMax val="1"/>
          <dgm:chPref val="1"/>
        </dgm:presLayoutVars>
      </dgm:prSet>
      <dgm:spPr/>
    </dgm:pt>
    <dgm:pt modelId="{4D278536-863C-40D1-A643-E528E7788066}" type="pres">
      <dgm:prSet presAssocID="{2306B36E-ADDE-4128-A41F-E51AC9F29DF4}" presName="sibTrans" presStyleLbl="sibTrans2D1" presStyleIdx="0" presStyleCnt="0"/>
      <dgm:spPr/>
    </dgm:pt>
    <dgm:pt modelId="{4DABB3C1-D03A-4BFE-B517-F6ECD0EEBA96}" type="pres">
      <dgm:prSet presAssocID="{C122B6D2-42B4-434F-81E2-7AEB408BFFDC}" presName="compNode" presStyleCnt="0"/>
      <dgm:spPr/>
    </dgm:pt>
    <dgm:pt modelId="{2A43767D-1B39-46ED-ABF2-62FBD03F700C}" type="pres">
      <dgm:prSet presAssocID="{C122B6D2-42B4-434F-81E2-7AEB408BFFDC}" presName="iconBgRect" presStyleLbl="bgShp" presStyleIdx="3" presStyleCnt="5"/>
      <dgm:spPr/>
    </dgm:pt>
    <dgm:pt modelId="{576B3976-F58A-4776-943B-9EEB907661CD}" type="pres">
      <dgm:prSet presAssocID="{C122B6D2-42B4-434F-81E2-7AEB408BFFD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1A32A6ED-84E9-4CE0-9380-3FA0C8286A99}" type="pres">
      <dgm:prSet presAssocID="{C122B6D2-42B4-434F-81E2-7AEB408BFFDC}" presName="spaceRect" presStyleCnt="0"/>
      <dgm:spPr/>
    </dgm:pt>
    <dgm:pt modelId="{E7D6CBC2-E258-4378-971A-BF3848021893}" type="pres">
      <dgm:prSet presAssocID="{C122B6D2-42B4-434F-81E2-7AEB408BFFDC}" presName="textRect" presStyleLbl="revTx" presStyleIdx="3" presStyleCnt="5">
        <dgm:presLayoutVars>
          <dgm:chMax val="1"/>
          <dgm:chPref val="1"/>
        </dgm:presLayoutVars>
      </dgm:prSet>
      <dgm:spPr/>
    </dgm:pt>
    <dgm:pt modelId="{6636C191-2AB0-456E-8208-174E0C83A870}" type="pres">
      <dgm:prSet presAssocID="{B814FFA3-2345-4B32-A312-814ADC4D5F27}" presName="sibTrans" presStyleLbl="sibTrans2D1" presStyleIdx="0" presStyleCnt="0"/>
      <dgm:spPr/>
    </dgm:pt>
    <dgm:pt modelId="{B332B7FE-6F9A-42CD-9B43-3920939579EB}" type="pres">
      <dgm:prSet presAssocID="{E1BDFB7F-6266-4C60-A43E-8193FDEDC94D}" presName="compNode" presStyleCnt="0"/>
      <dgm:spPr/>
    </dgm:pt>
    <dgm:pt modelId="{858C99A6-2ECE-458F-9816-163D5D940C81}" type="pres">
      <dgm:prSet presAssocID="{E1BDFB7F-6266-4C60-A43E-8193FDEDC94D}" presName="iconBgRect" presStyleLbl="bgShp" presStyleIdx="4" presStyleCnt="5"/>
      <dgm:spPr/>
    </dgm:pt>
    <dgm:pt modelId="{3FAA2D3E-CB7F-4014-9B8D-6C3C8E6D14B3}" type="pres">
      <dgm:prSet presAssocID="{E1BDFB7F-6266-4C60-A43E-8193FDEDC94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F189E77A-907C-4F8F-8216-E2E893417DBD}" type="pres">
      <dgm:prSet presAssocID="{E1BDFB7F-6266-4C60-A43E-8193FDEDC94D}" presName="spaceRect" presStyleCnt="0"/>
      <dgm:spPr/>
    </dgm:pt>
    <dgm:pt modelId="{C5FC611E-FB1F-41DF-8393-38B1EC4EDE6F}" type="pres">
      <dgm:prSet presAssocID="{E1BDFB7F-6266-4C60-A43E-8193FDEDC94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EEDF52F-F98A-47B6-B10E-39A5F3BDD577}" type="presOf" srcId="{2306B36E-ADDE-4128-A41F-E51AC9F29DF4}" destId="{4D278536-863C-40D1-A643-E528E7788066}" srcOrd="0" destOrd="0" presId="urn:microsoft.com/office/officeart/2018/2/layout/IconCircleList"/>
    <dgm:cxn modelId="{DB648639-91F4-430D-9935-686706B52D75}" type="presOf" srcId="{B814FFA3-2345-4B32-A312-814ADC4D5F27}" destId="{6636C191-2AB0-456E-8208-174E0C83A870}" srcOrd="0" destOrd="0" presId="urn:microsoft.com/office/officeart/2018/2/layout/IconCircleList"/>
    <dgm:cxn modelId="{0B1D5963-129C-4FF1-AB80-6CE921A35C82}" type="presOf" srcId="{E1BDFB7F-6266-4C60-A43E-8193FDEDC94D}" destId="{C5FC611E-FB1F-41DF-8393-38B1EC4EDE6F}" srcOrd="0" destOrd="0" presId="urn:microsoft.com/office/officeart/2018/2/layout/IconCircleList"/>
    <dgm:cxn modelId="{39A98E73-59AD-4CF5-A7BE-9AB3C81C4A2F}" type="presOf" srcId="{E5F5AF1E-7DAC-46B0-880B-CFD227F34AF2}" destId="{ABC6D7E9-4FD2-4CD4-A016-3DB2D3D85616}" srcOrd="0" destOrd="0" presId="urn:microsoft.com/office/officeart/2018/2/layout/IconCircleList"/>
    <dgm:cxn modelId="{4BC7C774-DEEB-4E5A-BB42-39A90CC31D4F}" srcId="{72C28AD2-7B65-4C1C-9392-8B836969410E}" destId="{E5F5AF1E-7DAC-46B0-880B-CFD227F34AF2}" srcOrd="2" destOrd="0" parTransId="{0FF8E04C-85C1-4C3E-A46B-0DEB7724397F}" sibTransId="{2306B36E-ADDE-4128-A41F-E51AC9F29DF4}"/>
    <dgm:cxn modelId="{0EF03A55-F9AA-479F-BE39-4D414618A523}" srcId="{72C28AD2-7B65-4C1C-9392-8B836969410E}" destId="{4B3752D1-C1D6-4F72-B54C-2647F84E516A}" srcOrd="1" destOrd="0" parTransId="{ECC9138B-1A6D-49B2-B30B-804F45097442}" sibTransId="{53A98D45-AC72-49DF-8DE9-AE95FE73ED67}"/>
    <dgm:cxn modelId="{41CC7C7D-357F-4EC1-AC48-1ED0881AB72B}" type="presOf" srcId="{B8FE5BB3-5B00-4577-B8E3-633858F6D464}" destId="{A8E5219F-79E6-469A-8A33-ADB6D8D9D470}" srcOrd="0" destOrd="0" presId="urn:microsoft.com/office/officeart/2018/2/layout/IconCircleList"/>
    <dgm:cxn modelId="{B4B4258F-386B-4EB9-B7E5-38C3E615EFD6}" type="presOf" srcId="{53A98D45-AC72-49DF-8DE9-AE95FE73ED67}" destId="{88E42E7E-9F34-46CC-803F-84CD245B11BC}" srcOrd="0" destOrd="0" presId="urn:microsoft.com/office/officeart/2018/2/layout/IconCircleList"/>
    <dgm:cxn modelId="{D1322A8F-42CF-4B89-B848-02ECE3B5970A}" type="presOf" srcId="{72C28AD2-7B65-4C1C-9392-8B836969410E}" destId="{D11FF9D3-7B06-475D-821C-4808D78A15B7}" srcOrd="0" destOrd="0" presId="urn:microsoft.com/office/officeart/2018/2/layout/IconCircleList"/>
    <dgm:cxn modelId="{B4E20796-EC54-4009-9BD3-08F8E3B6E6D8}" type="presOf" srcId="{4C364FF3-30FE-43D0-85AC-35F9E83DBA82}" destId="{14AE0FF2-EA41-4266-AB38-1C8A562D3BB2}" srcOrd="0" destOrd="0" presId="urn:microsoft.com/office/officeart/2018/2/layout/IconCircleList"/>
    <dgm:cxn modelId="{01891D99-67C9-4018-A5E3-47FA3CB56483}" srcId="{72C28AD2-7B65-4C1C-9392-8B836969410E}" destId="{E1BDFB7F-6266-4C60-A43E-8193FDEDC94D}" srcOrd="4" destOrd="0" parTransId="{D6516A2A-92BA-45F6-BEB7-E2BE9DFDFD0A}" sibTransId="{DA44A6EF-00FD-478B-8863-109677BA1145}"/>
    <dgm:cxn modelId="{444B709C-0EA6-435D-AF1F-C76F55E99F07}" srcId="{72C28AD2-7B65-4C1C-9392-8B836969410E}" destId="{4C364FF3-30FE-43D0-85AC-35F9E83DBA82}" srcOrd="0" destOrd="0" parTransId="{EB305A0C-95D3-406A-B599-AA8852611459}" sibTransId="{B8FE5BB3-5B00-4577-B8E3-633858F6D464}"/>
    <dgm:cxn modelId="{D243BFB5-7072-427A-A685-2BE0C1207C9E}" srcId="{72C28AD2-7B65-4C1C-9392-8B836969410E}" destId="{C122B6D2-42B4-434F-81E2-7AEB408BFFDC}" srcOrd="3" destOrd="0" parTransId="{FCB487E4-8AF2-4FD2-9FA7-805D988CBFB0}" sibTransId="{B814FFA3-2345-4B32-A312-814ADC4D5F27}"/>
    <dgm:cxn modelId="{32E294C1-BB13-41EC-AAC1-E553703C3F85}" type="presOf" srcId="{4B3752D1-C1D6-4F72-B54C-2647F84E516A}" destId="{6E9EB253-7E84-438C-BCDF-C2B3A3E56B1E}" srcOrd="0" destOrd="0" presId="urn:microsoft.com/office/officeart/2018/2/layout/IconCircleList"/>
    <dgm:cxn modelId="{7B869FC7-87C6-45AE-BAE9-EA59EAB5FACD}" type="presOf" srcId="{C122B6D2-42B4-434F-81E2-7AEB408BFFDC}" destId="{E7D6CBC2-E258-4378-971A-BF3848021893}" srcOrd="0" destOrd="0" presId="urn:microsoft.com/office/officeart/2018/2/layout/IconCircleList"/>
    <dgm:cxn modelId="{44A92E92-37A3-43D4-B921-E6F43692B8F5}" type="presParOf" srcId="{D11FF9D3-7B06-475D-821C-4808D78A15B7}" destId="{133DEF88-F15A-4F8A-8755-3DD9A53E2285}" srcOrd="0" destOrd="0" presId="urn:microsoft.com/office/officeart/2018/2/layout/IconCircleList"/>
    <dgm:cxn modelId="{5C05EB9E-7642-442D-BB54-4422BC4A38E7}" type="presParOf" srcId="{133DEF88-F15A-4F8A-8755-3DD9A53E2285}" destId="{B3659951-F4F9-425A-A18C-E6EF16E253C4}" srcOrd="0" destOrd="0" presId="urn:microsoft.com/office/officeart/2018/2/layout/IconCircleList"/>
    <dgm:cxn modelId="{2C95D834-6936-4F50-9ED9-6E2A2D0AECD2}" type="presParOf" srcId="{B3659951-F4F9-425A-A18C-E6EF16E253C4}" destId="{E71D90BB-1FB9-43F2-B246-E4D9204EAC84}" srcOrd="0" destOrd="0" presId="urn:microsoft.com/office/officeart/2018/2/layout/IconCircleList"/>
    <dgm:cxn modelId="{CD35E48B-C29C-42F5-8DBC-F2EBEA6526BD}" type="presParOf" srcId="{B3659951-F4F9-425A-A18C-E6EF16E253C4}" destId="{7E2C122E-5B96-4E23-8C3A-73E8E17174BF}" srcOrd="1" destOrd="0" presId="urn:microsoft.com/office/officeart/2018/2/layout/IconCircleList"/>
    <dgm:cxn modelId="{AD83B6F9-FF4F-458B-BB65-E4F271019AB6}" type="presParOf" srcId="{B3659951-F4F9-425A-A18C-E6EF16E253C4}" destId="{0AE1DB66-B476-4AF2-A154-05CA918F021A}" srcOrd="2" destOrd="0" presId="urn:microsoft.com/office/officeart/2018/2/layout/IconCircleList"/>
    <dgm:cxn modelId="{FBD1BE0B-66DD-4828-ADF4-E3B958136AEA}" type="presParOf" srcId="{B3659951-F4F9-425A-A18C-E6EF16E253C4}" destId="{14AE0FF2-EA41-4266-AB38-1C8A562D3BB2}" srcOrd="3" destOrd="0" presId="urn:microsoft.com/office/officeart/2018/2/layout/IconCircleList"/>
    <dgm:cxn modelId="{67217F6D-10E0-444F-A41D-F76C1A85E429}" type="presParOf" srcId="{133DEF88-F15A-4F8A-8755-3DD9A53E2285}" destId="{A8E5219F-79E6-469A-8A33-ADB6D8D9D470}" srcOrd="1" destOrd="0" presId="urn:microsoft.com/office/officeart/2018/2/layout/IconCircleList"/>
    <dgm:cxn modelId="{23C98FBE-36B9-480D-9798-AF14C1BC0883}" type="presParOf" srcId="{133DEF88-F15A-4F8A-8755-3DD9A53E2285}" destId="{7BDA7ED4-51AB-42AC-AEB4-86C654E65505}" srcOrd="2" destOrd="0" presId="urn:microsoft.com/office/officeart/2018/2/layout/IconCircleList"/>
    <dgm:cxn modelId="{AB31EFD9-5110-4646-A63B-0E29B7B77D0C}" type="presParOf" srcId="{7BDA7ED4-51AB-42AC-AEB4-86C654E65505}" destId="{071A29B5-546F-44C1-8D53-33F547FD4445}" srcOrd="0" destOrd="0" presId="urn:microsoft.com/office/officeart/2018/2/layout/IconCircleList"/>
    <dgm:cxn modelId="{775D24A0-7397-4FE5-A95E-C5FD383378E1}" type="presParOf" srcId="{7BDA7ED4-51AB-42AC-AEB4-86C654E65505}" destId="{EF834E40-31E9-44F4-B464-D234FC79C1C3}" srcOrd="1" destOrd="0" presId="urn:microsoft.com/office/officeart/2018/2/layout/IconCircleList"/>
    <dgm:cxn modelId="{4C33FDCF-6109-4ADA-9ADF-895F5BA49169}" type="presParOf" srcId="{7BDA7ED4-51AB-42AC-AEB4-86C654E65505}" destId="{F6429D7C-6745-437F-8969-52BEA2F72AD1}" srcOrd="2" destOrd="0" presId="urn:microsoft.com/office/officeart/2018/2/layout/IconCircleList"/>
    <dgm:cxn modelId="{2F2E6803-ED19-4C36-A2FC-B2EEC7518A68}" type="presParOf" srcId="{7BDA7ED4-51AB-42AC-AEB4-86C654E65505}" destId="{6E9EB253-7E84-438C-BCDF-C2B3A3E56B1E}" srcOrd="3" destOrd="0" presId="urn:microsoft.com/office/officeart/2018/2/layout/IconCircleList"/>
    <dgm:cxn modelId="{B80CE107-6391-4AFF-ABC3-F1F64AB31DD0}" type="presParOf" srcId="{133DEF88-F15A-4F8A-8755-3DD9A53E2285}" destId="{88E42E7E-9F34-46CC-803F-84CD245B11BC}" srcOrd="3" destOrd="0" presId="urn:microsoft.com/office/officeart/2018/2/layout/IconCircleList"/>
    <dgm:cxn modelId="{F2BDCC70-8F98-4A4F-9161-FC0ADF585803}" type="presParOf" srcId="{133DEF88-F15A-4F8A-8755-3DD9A53E2285}" destId="{C7072970-311C-4EFF-B8F6-9AEE08265DB7}" srcOrd="4" destOrd="0" presId="urn:microsoft.com/office/officeart/2018/2/layout/IconCircleList"/>
    <dgm:cxn modelId="{6AACAAB6-C05F-4C7B-AC18-B72468DCC837}" type="presParOf" srcId="{C7072970-311C-4EFF-B8F6-9AEE08265DB7}" destId="{399F1FD5-99EB-4376-B193-CAE06C400CB2}" srcOrd="0" destOrd="0" presId="urn:microsoft.com/office/officeart/2018/2/layout/IconCircleList"/>
    <dgm:cxn modelId="{51F52424-E5ED-4F43-BFA0-93BB43DDFB48}" type="presParOf" srcId="{C7072970-311C-4EFF-B8F6-9AEE08265DB7}" destId="{328E3111-4A2B-463F-BF08-2FB732E65E15}" srcOrd="1" destOrd="0" presId="urn:microsoft.com/office/officeart/2018/2/layout/IconCircleList"/>
    <dgm:cxn modelId="{C9B8B3C4-2186-48FB-B8FF-64E543168F90}" type="presParOf" srcId="{C7072970-311C-4EFF-B8F6-9AEE08265DB7}" destId="{9F11C685-8A64-4D95-B5C6-231DAE1DD28B}" srcOrd="2" destOrd="0" presId="urn:microsoft.com/office/officeart/2018/2/layout/IconCircleList"/>
    <dgm:cxn modelId="{E44698E9-A25C-475C-9790-5F3AE073506E}" type="presParOf" srcId="{C7072970-311C-4EFF-B8F6-9AEE08265DB7}" destId="{ABC6D7E9-4FD2-4CD4-A016-3DB2D3D85616}" srcOrd="3" destOrd="0" presId="urn:microsoft.com/office/officeart/2018/2/layout/IconCircleList"/>
    <dgm:cxn modelId="{EBB3F2B5-3E44-4EAC-8943-AB2283DA9A83}" type="presParOf" srcId="{133DEF88-F15A-4F8A-8755-3DD9A53E2285}" destId="{4D278536-863C-40D1-A643-E528E7788066}" srcOrd="5" destOrd="0" presId="urn:microsoft.com/office/officeart/2018/2/layout/IconCircleList"/>
    <dgm:cxn modelId="{40A8A214-E972-4926-B1AD-F644F2C6417E}" type="presParOf" srcId="{133DEF88-F15A-4F8A-8755-3DD9A53E2285}" destId="{4DABB3C1-D03A-4BFE-B517-F6ECD0EEBA96}" srcOrd="6" destOrd="0" presId="urn:microsoft.com/office/officeart/2018/2/layout/IconCircleList"/>
    <dgm:cxn modelId="{9E47DB29-953C-4A66-9112-8ECA0B0F87F4}" type="presParOf" srcId="{4DABB3C1-D03A-4BFE-B517-F6ECD0EEBA96}" destId="{2A43767D-1B39-46ED-ABF2-62FBD03F700C}" srcOrd="0" destOrd="0" presId="urn:microsoft.com/office/officeart/2018/2/layout/IconCircleList"/>
    <dgm:cxn modelId="{84DDB24E-0AA5-477F-9400-57D099085FCB}" type="presParOf" srcId="{4DABB3C1-D03A-4BFE-B517-F6ECD0EEBA96}" destId="{576B3976-F58A-4776-943B-9EEB907661CD}" srcOrd="1" destOrd="0" presId="urn:microsoft.com/office/officeart/2018/2/layout/IconCircleList"/>
    <dgm:cxn modelId="{4426D1C9-84DE-4917-BC98-83D9734A0546}" type="presParOf" srcId="{4DABB3C1-D03A-4BFE-B517-F6ECD0EEBA96}" destId="{1A32A6ED-84E9-4CE0-9380-3FA0C8286A99}" srcOrd="2" destOrd="0" presId="urn:microsoft.com/office/officeart/2018/2/layout/IconCircleList"/>
    <dgm:cxn modelId="{D58420B0-9BF9-4793-8F85-E11803A266C7}" type="presParOf" srcId="{4DABB3C1-D03A-4BFE-B517-F6ECD0EEBA96}" destId="{E7D6CBC2-E258-4378-971A-BF3848021893}" srcOrd="3" destOrd="0" presId="urn:microsoft.com/office/officeart/2018/2/layout/IconCircleList"/>
    <dgm:cxn modelId="{2A9A5AAD-C495-43BE-8903-9793FF190457}" type="presParOf" srcId="{133DEF88-F15A-4F8A-8755-3DD9A53E2285}" destId="{6636C191-2AB0-456E-8208-174E0C83A870}" srcOrd="7" destOrd="0" presId="urn:microsoft.com/office/officeart/2018/2/layout/IconCircleList"/>
    <dgm:cxn modelId="{FC178D76-4EF3-4378-BA5D-69FBE6C74F32}" type="presParOf" srcId="{133DEF88-F15A-4F8A-8755-3DD9A53E2285}" destId="{B332B7FE-6F9A-42CD-9B43-3920939579EB}" srcOrd="8" destOrd="0" presId="urn:microsoft.com/office/officeart/2018/2/layout/IconCircleList"/>
    <dgm:cxn modelId="{AA627A3F-E086-4114-A2F0-180B640DDD4B}" type="presParOf" srcId="{B332B7FE-6F9A-42CD-9B43-3920939579EB}" destId="{858C99A6-2ECE-458F-9816-163D5D940C81}" srcOrd="0" destOrd="0" presId="urn:microsoft.com/office/officeart/2018/2/layout/IconCircleList"/>
    <dgm:cxn modelId="{FA0E3AC1-EECE-43C6-AB65-B15C43780B02}" type="presParOf" srcId="{B332B7FE-6F9A-42CD-9B43-3920939579EB}" destId="{3FAA2D3E-CB7F-4014-9B8D-6C3C8E6D14B3}" srcOrd="1" destOrd="0" presId="urn:microsoft.com/office/officeart/2018/2/layout/IconCircleList"/>
    <dgm:cxn modelId="{E8C7D821-9121-461D-885E-0BE642CBD7B2}" type="presParOf" srcId="{B332B7FE-6F9A-42CD-9B43-3920939579EB}" destId="{F189E77A-907C-4F8F-8216-E2E893417DBD}" srcOrd="2" destOrd="0" presId="urn:microsoft.com/office/officeart/2018/2/layout/IconCircleList"/>
    <dgm:cxn modelId="{03C246AE-CEED-4681-B437-3F630CFF1574}" type="presParOf" srcId="{B332B7FE-6F9A-42CD-9B43-3920939579EB}" destId="{C5FC611E-FB1F-41DF-8393-38B1EC4EDE6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3453BC-6A21-401A-9A1B-337333D0003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6C3CB-3C19-4C19-BD30-02F8FD2AE91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La problemática identificada afecta directamente la eficiencia de PepsiCo.</a:t>
          </a:r>
          <a:endParaRPr lang="en-US"/>
        </a:p>
      </dgm:t>
    </dgm:pt>
    <dgm:pt modelId="{2FD98E18-A453-41A9-841A-B45A09B97E88}" type="parTrans" cxnId="{0B7DA8A3-EFE9-432B-8A33-388437C693BC}">
      <dgm:prSet/>
      <dgm:spPr/>
      <dgm:t>
        <a:bodyPr/>
        <a:lstStyle/>
        <a:p>
          <a:endParaRPr lang="en-US"/>
        </a:p>
      </dgm:t>
    </dgm:pt>
    <dgm:pt modelId="{6D69832E-B791-435D-BACA-F720A93E98E0}" type="sibTrans" cxnId="{0B7DA8A3-EFE9-432B-8A33-388437C693B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1E931F-6D59-4327-90A2-999F21B9FB0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La solución propuesta aborda de forma efectiva los puntos críticos detectados.</a:t>
          </a:r>
          <a:endParaRPr lang="en-US"/>
        </a:p>
      </dgm:t>
    </dgm:pt>
    <dgm:pt modelId="{37DE763D-AD87-4379-B50A-84F25921F444}" type="parTrans" cxnId="{AABF1F6B-D167-470F-B6CC-9F62D964AF8A}">
      <dgm:prSet/>
      <dgm:spPr/>
      <dgm:t>
        <a:bodyPr/>
        <a:lstStyle/>
        <a:p>
          <a:endParaRPr lang="en-US"/>
        </a:p>
      </dgm:t>
    </dgm:pt>
    <dgm:pt modelId="{9DEE5185-C45E-4ADE-8184-B3A26E1C3933}" type="sibTrans" cxnId="{AABF1F6B-D167-470F-B6CC-9F62D964AF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38D644-680D-4B29-AF5E-0D3AFDCA0A7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La plataforma permitirá un control más robusto, mayor trazabilidad y decisiones basadas en datos.</a:t>
          </a:r>
          <a:endParaRPr lang="en-US"/>
        </a:p>
      </dgm:t>
    </dgm:pt>
    <dgm:pt modelId="{D631C36D-CEAB-4021-8E2C-06551C8BFA21}" type="parTrans" cxnId="{E260606A-7504-46DD-AEEE-3074F9D9152F}">
      <dgm:prSet/>
      <dgm:spPr/>
      <dgm:t>
        <a:bodyPr/>
        <a:lstStyle/>
        <a:p>
          <a:endParaRPr lang="en-US"/>
        </a:p>
      </dgm:t>
    </dgm:pt>
    <dgm:pt modelId="{72CBFFBF-C041-4A79-808E-8D3786FC3A44}" type="sibTrans" cxnId="{E260606A-7504-46DD-AEEE-3074F9D915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41E43A-D94A-4166-9864-EF6DB05BB147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El proyecto es completamente viable, escalable y se ajusta a las necesidades reales de la empresa.</a:t>
          </a:r>
          <a:endParaRPr lang="en-US"/>
        </a:p>
      </dgm:t>
    </dgm:pt>
    <dgm:pt modelId="{7C92CA6D-B4D2-4752-9E94-CB55FD44C6CF}" type="parTrans" cxnId="{CB743FC8-70A5-473F-87CC-EC5A4AD583B8}">
      <dgm:prSet/>
      <dgm:spPr/>
      <dgm:t>
        <a:bodyPr/>
        <a:lstStyle/>
        <a:p>
          <a:endParaRPr lang="en-US"/>
        </a:p>
      </dgm:t>
    </dgm:pt>
    <dgm:pt modelId="{A42CF598-6CC3-4374-ADB7-EE6BD7528E20}" type="sibTrans" cxnId="{CB743FC8-70A5-473F-87CC-EC5A4AD583B8}">
      <dgm:prSet/>
      <dgm:spPr/>
      <dgm:t>
        <a:bodyPr/>
        <a:lstStyle/>
        <a:p>
          <a:endParaRPr lang="en-US"/>
        </a:p>
      </dgm:t>
    </dgm:pt>
    <dgm:pt modelId="{6D51A22A-8220-46D2-910B-3DFA1B77F69B}" type="pres">
      <dgm:prSet presAssocID="{573453BC-6A21-401A-9A1B-337333D00035}" presName="root" presStyleCnt="0">
        <dgm:presLayoutVars>
          <dgm:dir/>
          <dgm:resizeHandles val="exact"/>
        </dgm:presLayoutVars>
      </dgm:prSet>
      <dgm:spPr/>
    </dgm:pt>
    <dgm:pt modelId="{15D55339-70F1-4FD6-9B81-93693ACF4A3F}" type="pres">
      <dgm:prSet presAssocID="{573453BC-6A21-401A-9A1B-337333D00035}" presName="container" presStyleCnt="0">
        <dgm:presLayoutVars>
          <dgm:dir/>
          <dgm:resizeHandles val="exact"/>
        </dgm:presLayoutVars>
      </dgm:prSet>
      <dgm:spPr/>
    </dgm:pt>
    <dgm:pt modelId="{BE79BF85-5AD5-4DCB-B0CF-1D0865459E47}" type="pres">
      <dgm:prSet presAssocID="{F476C3CB-3C19-4C19-BD30-02F8FD2AE912}" presName="compNode" presStyleCnt="0"/>
      <dgm:spPr/>
    </dgm:pt>
    <dgm:pt modelId="{120E9DB9-C833-4960-AADE-D6C38D686273}" type="pres">
      <dgm:prSet presAssocID="{F476C3CB-3C19-4C19-BD30-02F8FD2AE912}" presName="iconBgRect" presStyleLbl="bgShp" presStyleIdx="0" presStyleCnt="4"/>
      <dgm:spPr/>
    </dgm:pt>
    <dgm:pt modelId="{065ABB0E-CE49-44E0-947D-80888FDE7FE8}" type="pres">
      <dgm:prSet presAssocID="{F476C3CB-3C19-4C19-BD30-02F8FD2AE91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BEE61DC1-0B6A-49F8-BE81-328764B85A80}" type="pres">
      <dgm:prSet presAssocID="{F476C3CB-3C19-4C19-BD30-02F8FD2AE912}" presName="spaceRect" presStyleCnt="0"/>
      <dgm:spPr/>
    </dgm:pt>
    <dgm:pt modelId="{0366BD67-FFE4-404D-BFC9-2329A2E22D11}" type="pres">
      <dgm:prSet presAssocID="{F476C3CB-3C19-4C19-BD30-02F8FD2AE912}" presName="textRect" presStyleLbl="revTx" presStyleIdx="0" presStyleCnt="4">
        <dgm:presLayoutVars>
          <dgm:chMax val="1"/>
          <dgm:chPref val="1"/>
        </dgm:presLayoutVars>
      </dgm:prSet>
      <dgm:spPr/>
    </dgm:pt>
    <dgm:pt modelId="{418E2F5D-102B-4387-820C-AFA94BBC260F}" type="pres">
      <dgm:prSet presAssocID="{6D69832E-B791-435D-BACA-F720A93E98E0}" presName="sibTrans" presStyleLbl="sibTrans2D1" presStyleIdx="0" presStyleCnt="0"/>
      <dgm:spPr/>
    </dgm:pt>
    <dgm:pt modelId="{74CD388E-87BE-4E10-87EB-FB38E5242508}" type="pres">
      <dgm:prSet presAssocID="{9E1E931F-6D59-4327-90A2-999F21B9FB0C}" presName="compNode" presStyleCnt="0"/>
      <dgm:spPr/>
    </dgm:pt>
    <dgm:pt modelId="{4F8F607D-DF55-4C15-8E4E-8D656C84D64C}" type="pres">
      <dgm:prSet presAssocID="{9E1E931F-6D59-4327-90A2-999F21B9FB0C}" presName="iconBgRect" presStyleLbl="bgShp" presStyleIdx="1" presStyleCnt="4"/>
      <dgm:spPr/>
    </dgm:pt>
    <dgm:pt modelId="{A545AEDB-3E49-42C3-9136-00C3F58F4EA7}" type="pres">
      <dgm:prSet presAssocID="{9E1E931F-6D59-4327-90A2-999F21B9FB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FDF657C-42B3-4AFB-9846-20A08C0FDA5A}" type="pres">
      <dgm:prSet presAssocID="{9E1E931F-6D59-4327-90A2-999F21B9FB0C}" presName="spaceRect" presStyleCnt="0"/>
      <dgm:spPr/>
    </dgm:pt>
    <dgm:pt modelId="{E91AEEE2-D84F-46D1-90F2-966718C87B79}" type="pres">
      <dgm:prSet presAssocID="{9E1E931F-6D59-4327-90A2-999F21B9FB0C}" presName="textRect" presStyleLbl="revTx" presStyleIdx="1" presStyleCnt="4">
        <dgm:presLayoutVars>
          <dgm:chMax val="1"/>
          <dgm:chPref val="1"/>
        </dgm:presLayoutVars>
      </dgm:prSet>
      <dgm:spPr/>
    </dgm:pt>
    <dgm:pt modelId="{08E6593D-38FA-495F-96FA-B5768A6F4258}" type="pres">
      <dgm:prSet presAssocID="{9DEE5185-C45E-4ADE-8184-B3A26E1C3933}" presName="sibTrans" presStyleLbl="sibTrans2D1" presStyleIdx="0" presStyleCnt="0"/>
      <dgm:spPr/>
    </dgm:pt>
    <dgm:pt modelId="{F42EF9BB-266C-409E-AB34-604D3CF42C71}" type="pres">
      <dgm:prSet presAssocID="{4F38D644-680D-4B29-AF5E-0D3AFDCA0A70}" presName="compNode" presStyleCnt="0"/>
      <dgm:spPr/>
    </dgm:pt>
    <dgm:pt modelId="{ADA437DD-8B9E-4384-A00C-15DA55DABFD5}" type="pres">
      <dgm:prSet presAssocID="{4F38D644-680D-4B29-AF5E-0D3AFDCA0A70}" presName="iconBgRect" presStyleLbl="bgShp" presStyleIdx="2" presStyleCnt="4"/>
      <dgm:spPr/>
    </dgm:pt>
    <dgm:pt modelId="{4CC2D943-3E05-45FA-9384-578D19729197}" type="pres">
      <dgm:prSet presAssocID="{4F38D644-680D-4B29-AF5E-0D3AFDCA0A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75FA8F02-46AC-46E4-AE6A-BC1DB2FA12E6}" type="pres">
      <dgm:prSet presAssocID="{4F38D644-680D-4B29-AF5E-0D3AFDCA0A70}" presName="spaceRect" presStyleCnt="0"/>
      <dgm:spPr/>
    </dgm:pt>
    <dgm:pt modelId="{CE71A7C6-FA5E-4DD0-96BB-CA473BEA54F8}" type="pres">
      <dgm:prSet presAssocID="{4F38D644-680D-4B29-AF5E-0D3AFDCA0A70}" presName="textRect" presStyleLbl="revTx" presStyleIdx="2" presStyleCnt="4">
        <dgm:presLayoutVars>
          <dgm:chMax val="1"/>
          <dgm:chPref val="1"/>
        </dgm:presLayoutVars>
      </dgm:prSet>
      <dgm:spPr/>
    </dgm:pt>
    <dgm:pt modelId="{15717390-42B0-442A-ABC5-B39335EA4B0F}" type="pres">
      <dgm:prSet presAssocID="{72CBFFBF-C041-4A79-808E-8D3786FC3A44}" presName="sibTrans" presStyleLbl="sibTrans2D1" presStyleIdx="0" presStyleCnt="0"/>
      <dgm:spPr/>
    </dgm:pt>
    <dgm:pt modelId="{B410E081-3163-4F50-9B73-730E0ACBEE71}" type="pres">
      <dgm:prSet presAssocID="{0141E43A-D94A-4166-9864-EF6DB05BB147}" presName="compNode" presStyleCnt="0"/>
      <dgm:spPr/>
    </dgm:pt>
    <dgm:pt modelId="{195010CC-3580-4269-AD9B-2003EE874206}" type="pres">
      <dgm:prSet presAssocID="{0141E43A-D94A-4166-9864-EF6DB05BB147}" presName="iconBgRect" presStyleLbl="bgShp" presStyleIdx="3" presStyleCnt="4"/>
      <dgm:spPr/>
    </dgm:pt>
    <dgm:pt modelId="{BCDCCCA3-80AB-405A-911F-5D9B4D586732}" type="pres">
      <dgm:prSet presAssocID="{0141E43A-D94A-4166-9864-EF6DB05BB1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83809A91-2228-4960-9B16-E1E6E19B4574}" type="pres">
      <dgm:prSet presAssocID="{0141E43A-D94A-4166-9864-EF6DB05BB147}" presName="spaceRect" presStyleCnt="0"/>
      <dgm:spPr/>
    </dgm:pt>
    <dgm:pt modelId="{728805E4-8CE5-4BBE-8E44-64AA3146D014}" type="pres">
      <dgm:prSet presAssocID="{0141E43A-D94A-4166-9864-EF6DB05BB14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83DC01-2359-437C-89CA-792F8E0CCB20}" type="presOf" srcId="{9DEE5185-C45E-4ADE-8184-B3A26E1C3933}" destId="{08E6593D-38FA-495F-96FA-B5768A6F4258}" srcOrd="0" destOrd="0" presId="urn:microsoft.com/office/officeart/2018/2/layout/IconCircleList"/>
    <dgm:cxn modelId="{EF13E104-4A3F-4F76-8F18-3E2E9C4A2110}" type="presOf" srcId="{72CBFFBF-C041-4A79-808E-8D3786FC3A44}" destId="{15717390-42B0-442A-ABC5-B39335EA4B0F}" srcOrd="0" destOrd="0" presId="urn:microsoft.com/office/officeart/2018/2/layout/IconCircleList"/>
    <dgm:cxn modelId="{E260606A-7504-46DD-AEEE-3074F9D9152F}" srcId="{573453BC-6A21-401A-9A1B-337333D00035}" destId="{4F38D644-680D-4B29-AF5E-0D3AFDCA0A70}" srcOrd="2" destOrd="0" parTransId="{D631C36D-CEAB-4021-8E2C-06551C8BFA21}" sibTransId="{72CBFFBF-C041-4A79-808E-8D3786FC3A44}"/>
    <dgm:cxn modelId="{AABF1F6B-D167-470F-B6CC-9F62D964AF8A}" srcId="{573453BC-6A21-401A-9A1B-337333D00035}" destId="{9E1E931F-6D59-4327-90A2-999F21B9FB0C}" srcOrd="1" destOrd="0" parTransId="{37DE763D-AD87-4379-B50A-84F25921F444}" sibTransId="{9DEE5185-C45E-4ADE-8184-B3A26E1C3933}"/>
    <dgm:cxn modelId="{B5F5AF73-F424-4963-B2CE-666BABD46E82}" type="presOf" srcId="{9E1E931F-6D59-4327-90A2-999F21B9FB0C}" destId="{E91AEEE2-D84F-46D1-90F2-966718C87B79}" srcOrd="0" destOrd="0" presId="urn:microsoft.com/office/officeart/2018/2/layout/IconCircleList"/>
    <dgm:cxn modelId="{9EA32B8B-8A7F-4AA0-AE2E-27F3E29290CD}" type="presOf" srcId="{0141E43A-D94A-4166-9864-EF6DB05BB147}" destId="{728805E4-8CE5-4BBE-8E44-64AA3146D014}" srcOrd="0" destOrd="0" presId="urn:microsoft.com/office/officeart/2018/2/layout/IconCircleList"/>
    <dgm:cxn modelId="{CC6EDDA2-71D7-4201-8534-F1B5FBCBA8CA}" type="presOf" srcId="{573453BC-6A21-401A-9A1B-337333D00035}" destId="{6D51A22A-8220-46D2-910B-3DFA1B77F69B}" srcOrd="0" destOrd="0" presId="urn:microsoft.com/office/officeart/2018/2/layout/IconCircleList"/>
    <dgm:cxn modelId="{0B7DA8A3-EFE9-432B-8A33-388437C693BC}" srcId="{573453BC-6A21-401A-9A1B-337333D00035}" destId="{F476C3CB-3C19-4C19-BD30-02F8FD2AE912}" srcOrd="0" destOrd="0" parTransId="{2FD98E18-A453-41A9-841A-B45A09B97E88}" sibTransId="{6D69832E-B791-435D-BACA-F720A93E98E0}"/>
    <dgm:cxn modelId="{CB743FC8-70A5-473F-87CC-EC5A4AD583B8}" srcId="{573453BC-6A21-401A-9A1B-337333D00035}" destId="{0141E43A-D94A-4166-9864-EF6DB05BB147}" srcOrd="3" destOrd="0" parTransId="{7C92CA6D-B4D2-4752-9E94-CB55FD44C6CF}" sibTransId="{A42CF598-6CC3-4374-ADB7-EE6BD7528E20}"/>
    <dgm:cxn modelId="{084453E7-B804-46DA-A0EE-419D8EFC8741}" type="presOf" srcId="{F476C3CB-3C19-4C19-BD30-02F8FD2AE912}" destId="{0366BD67-FFE4-404D-BFC9-2329A2E22D11}" srcOrd="0" destOrd="0" presId="urn:microsoft.com/office/officeart/2018/2/layout/IconCircleList"/>
    <dgm:cxn modelId="{923026FD-233A-4672-ADEA-0B7240C169D1}" type="presOf" srcId="{4F38D644-680D-4B29-AF5E-0D3AFDCA0A70}" destId="{CE71A7C6-FA5E-4DD0-96BB-CA473BEA54F8}" srcOrd="0" destOrd="0" presId="urn:microsoft.com/office/officeart/2018/2/layout/IconCircleList"/>
    <dgm:cxn modelId="{366B1DFE-3698-4A8C-B0FC-F5C6E5D9D1B7}" type="presOf" srcId="{6D69832E-B791-435D-BACA-F720A93E98E0}" destId="{418E2F5D-102B-4387-820C-AFA94BBC260F}" srcOrd="0" destOrd="0" presId="urn:microsoft.com/office/officeart/2018/2/layout/IconCircleList"/>
    <dgm:cxn modelId="{F11A0A4F-EA22-4A30-BC12-138BE1B13391}" type="presParOf" srcId="{6D51A22A-8220-46D2-910B-3DFA1B77F69B}" destId="{15D55339-70F1-4FD6-9B81-93693ACF4A3F}" srcOrd="0" destOrd="0" presId="urn:microsoft.com/office/officeart/2018/2/layout/IconCircleList"/>
    <dgm:cxn modelId="{C1CEB0FB-EBF2-4913-9FD1-B820F5D250AE}" type="presParOf" srcId="{15D55339-70F1-4FD6-9B81-93693ACF4A3F}" destId="{BE79BF85-5AD5-4DCB-B0CF-1D0865459E47}" srcOrd="0" destOrd="0" presId="urn:microsoft.com/office/officeart/2018/2/layout/IconCircleList"/>
    <dgm:cxn modelId="{E9A71A41-BE6F-4DDF-961E-38E47DE0D8E4}" type="presParOf" srcId="{BE79BF85-5AD5-4DCB-B0CF-1D0865459E47}" destId="{120E9DB9-C833-4960-AADE-D6C38D686273}" srcOrd="0" destOrd="0" presId="urn:microsoft.com/office/officeart/2018/2/layout/IconCircleList"/>
    <dgm:cxn modelId="{979DA2D8-4476-4FB2-AEF0-B08112077B1B}" type="presParOf" srcId="{BE79BF85-5AD5-4DCB-B0CF-1D0865459E47}" destId="{065ABB0E-CE49-44E0-947D-80888FDE7FE8}" srcOrd="1" destOrd="0" presId="urn:microsoft.com/office/officeart/2018/2/layout/IconCircleList"/>
    <dgm:cxn modelId="{F1C44601-74E9-45A2-A11A-711F4979F9FC}" type="presParOf" srcId="{BE79BF85-5AD5-4DCB-B0CF-1D0865459E47}" destId="{BEE61DC1-0B6A-49F8-BE81-328764B85A80}" srcOrd="2" destOrd="0" presId="urn:microsoft.com/office/officeart/2018/2/layout/IconCircleList"/>
    <dgm:cxn modelId="{DD3EB1CB-436F-42A5-BF00-705A53523F13}" type="presParOf" srcId="{BE79BF85-5AD5-4DCB-B0CF-1D0865459E47}" destId="{0366BD67-FFE4-404D-BFC9-2329A2E22D11}" srcOrd="3" destOrd="0" presId="urn:microsoft.com/office/officeart/2018/2/layout/IconCircleList"/>
    <dgm:cxn modelId="{26F40C38-CD14-4BC6-B225-B83DA270C6D7}" type="presParOf" srcId="{15D55339-70F1-4FD6-9B81-93693ACF4A3F}" destId="{418E2F5D-102B-4387-820C-AFA94BBC260F}" srcOrd="1" destOrd="0" presId="urn:microsoft.com/office/officeart/2018/2/layout/IconCircleList"/>
    <dgm:cxn modelId="{B800A467-F339-4842-B488-177C1F619732}" type="presParOf" srcId="{15D55339-70F1-4FD6-9B81-93693ACF4A3F}" destId="{74CD388E-87BE-4E10-87EB-FB38E5242508}" srcOrd="2" destOrd="0" presId="urn:microsoft.com/office/officeart/2018/2/layout/IconCircleList"/>
    <dgm:cxn modelId="{80980444-9170-4C69-9E62-9558F3278C32}" type="presParOf" srcId="{74CD388E-87BE-4E10-87EB-FB38E5242508}" destId="{4F8F607D-DF55-4C15-8E4E-8D656C84D64C}" srcOrd="0" destOrd="0" presId="urn:microsoft.com/office/officeart/2018/2/layout/IconCircleList"/>
    <dgm:cxn modelId="{FC03109B-CA27-4637-BA76-56D67E0656D6}" type="presParOf" srcId="{74CD388E-87BE-4E10-87EB-FB38E5242508}" destId="{A545AEDB-3E49-42C3-9136-00C3F58F4EA7}" srcOrd="1" destOrd="0" presId="urn:microsoft.com/office/officeart/2018/2/layout/IconCircleList"/>
    <dgm:cxn modelId="{9AA8A376-F4DF-4D1B-BB28-BF70A1517333}" type="presParOf" srcId="{74CD388E-87BE-4E10-87EB-FB38E5242508}" destId="{2FDF657C-42B3-4AFB-9846-20A08C0FDA5A}" srcOrd="2" destOrd="0" presId="urn:microsoft.com/office/officeart/2018/2/layout/IconCircleList"/>
    <dgm:cxn modelId="{75FF80C6-FCCB-48B1-8C5C-6BDACA78D23D}" type="presParOf" srcId="{74CD388E-87BE-4E10-87EB-FB38E5242508}" destId="{E91AEEE2-D84F-46D1-90F2-966718C87B79}" srcOrd="3" destOrd="0" presId="urn:microsoft.com/office/officeart/2018/2/layout/IconCircleList"/>
    <dgm:cxn modelId="{4228874A-1C8F-411A-882B-2631438600B5}" type="presParOf" srcId="{15D55339-70F1-4FD6-9B81-93693ACF4A3F}" destId="{08E6593D-38FA-495F-96FA-B5768A6F4258}" srcOrd="3" destOrd="0" presId="urn:microsoft.com/office/officeart/2018/2/layout/IconCircleList"/>
    <dgm:cxn modelId="{97721CAA-7440-45E2-B063-8B9ED8B565C6}" type="presParOf" srcId="{15D55339-70F1-4FD6-9B81-93693ACF4A3F}" destId="{F42EF9BB-266C-409E-AB34-604D3CF42C71}" srcOrd="4" destOrd="0" presId="urn:microsoft.com/office/officeart/2018/2/layout/IconCircleList"/>
    <dgm:cxn modelId="{C75948B2-351F-411B-A765-DC5220AC2F41}" type="presParOf" srcId="{F42EF9BB-266C-409E-AB34-604D3CF42C71}" destId="{ADA437DD-8B9E-4384-A00C-15DA55DABFD5}" srcOrd="0" destOrd="0" presId="urn:microsoft.com/office/officeart/2018/2/layout/IconCircleList"/>
    <dgm:cxn modelId="{50E5F6F3-0166-4FF4-994F-3B5EBF9078E8}" type="presParOf" srcId="{F42EF9BB-266C-409E-AB34-604D3CF42C71}" destId="{4CC2D943-3E05-45FA-9384-578D19729197}" srcOrd="1" destOrd="0" presId="urn:microsoft.com/office/officeart/2018/2/layout/IconCircleList"/>
    <dgm:cxn modelId="{36E5B57F-01D6-45F6-A193-29C96C49F0E6}" type="presParOf" srcId="{F42EF9BB-266C-409E-AB34-604D3CF42C71}" destId="{75FA8F02-46AC-46E4-AE6A-BC1DB2FA12E6}" srcOrd="2" destOrd="0" presId="urn:microsoft.com/office/officeart/2018/2/layout/IconCircleList"/>
    <dgm:cxn modelId="{42EE6163-2238-42EB-A75C-CBC3540413CF}" type="presParOf" srcId="{F42EF9BB-266C-409E-AB34-604D3CF42C71}" destId="{CE71A7C6-FA5E-4DD0-96BB-CA473BEA54F8}" srcOrd="3" destOrd="0" presId="urn:microsoft.com/office/officeart/2018/2/layout/IconCircleList"/>
    <dgm:cxn modelId="{3B61228E-6DFA-4CD4-94C2-BC8CAAAA38F1}" type="presParOf" srcId="{15D55339-70F1-4FD6-9B81-93693ACF4A3F}" destId="{15717390-42B0-442A-ABC5-B39335EA4B0F}" srcOrd="5" destOrd="0" presId="urn:microsoft.com/office/officeart/2018/2/layout/IconCircleList"/>
    <dgm:cxn modelId="{54597F9C-C71E-45E7-8B7B-8F8C3E346E6C}" type="presParOf" srcId="{15D55339-70F1-4FD6-9B81-93693ACF4A3F}" destId="{B410E081-3163-4F50-9B73-730E0ACBEE71}" srcOrd="6" destOrd="0" presId="urn:microsoft.com/office/officeart/2018/2/layout/IconCircleList"/>
    <dgm:cxn modelId="{16F56F56-90E0-4FD6-9D90-B481D32A9EC8}" type="presParOf" srcId="{B410E081-3163-4F50-9B73-730E0ACBEE71}" destId="{195010CC-3580-4269-AD9B-2003EE874206}" srcOrd="0" destOrd="0" presId="urn:microsoft.com/office/officeart/2018/2/layout/IconCircleList"/>
    <dgm:cxn modelId="{70A52405-5D44-4FFF-9E8B-ACEBAF0610A3}" type="presParOf" srcId="{B410E081-3163-4F50-9B73-730E0ACBEE71}" destId="{BCDCCCA3-80AB-405A-911F-5D9B4D586732}" srcOrd="1" destOrd="0" presId="urn:microsoft.com/office/officeart/2018/2/layout/IconCircleList"/>
    <dgm:cxn modelId="{9F2D1A78-C1FB-4CC2-90D0-FA000D70F4BC}" type="presParOf" srcId="{B410E081-3163-4F50-9B73-730E0ACBEE71}" destId="{83809A91-2228-4960-9B16-E1E6E19B4574}" srcOrd="2" destOrd="0" presId="urn:microsoft.com/office/officeart/2018/2/layout/IconCircleList"/>
    <dgm:cxn modelId="{B8F32395-191A-4510-A824-B39D4F058095}" type="presParOf" srcId="{B410E081-3163-4F50-9B73-730E0ACBEE71}" destId="{728805E4-8CE5-4BBE-8E44-64AA3146D01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D90BB-1FB9-43F2-B246-E4D9204EAC84}">
      <dsp:nvSpPr>
        <dsp:cNvPr id="0" name=""/>
        <dsp:cNvSpPr/>
      </dsp:nvSpPr>
      <dsp:spPr>
        <a:xfrm>
          <a:off x="672247" y="11416"/>
          <a:ext cx="850029" cy="8500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C122E-5B96-4E23-8C3A-73E8E17174BF}">
      <dsp:nvSpPr>
        <dsp:cNvPr id="0" name=""/>
        <dsp:cNvSpPr/>
      </dsp:nvSpPr>
      <dsp:spPr>
        <a:xfrm>
          <a:off x="850753" y="189923"/>
          <a:ext cx="493017" cy="4930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E0FF2-EA41-4266-AB38-1C8A562D3BB2}">
      <dsp:nvSpPr>
        <dsp:cNvPr id="0" name=""/>
        <dsp:cNvSpPr/>
      </dsp:nvSpPr>
      <dsp:spPr>
        <a:xfrm>
          <a:off x="1704426" y="11416"/>
          <a:ext cx="2003642" cy="850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Falta de visibilidad en tiempo real del progreso de los procesos.</a:t>
          </a:r>
          <a:endParaRPr lang="en-US" sz="1100" kern="1200"/>
        </a:p>
      </dsp:txBody>
      <dsp:txXfrm>
        <a:off x="1704426" y="11416"/>
        <a:ext cx="2003642" cy="850029"/>
      </dsp:txXfrm>
    </dsp:sp>
    <dsp:sp modelId="{071A29B5-546F-44C1-8D53-33F547FD4445}">
      <dsp:nvSpPr>
        <dsp:cNvPr id="0" name=""/>
        <dsp:cNvSpPr/>
      </dsp:nvSpPr>
      <dsp:spPr>
        <a:xfrm>
          <a:off x="4057187" y="11416"/>
          <a:ext cx="850029" cy="85002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34E40-31E9-44F4-B464-D234FC79C1C3}">
      <dsp:nvSpPr>
        <dsp:cNvPr id="0" name=""/>
        <dsp:cNvSpPr/>
      </dsp:nvSpPr>
      <dsp:spPr>
        <a:xfrm>
          <a:off x="4235694" y="189923"/>
          <a:ext cx="493017" cy="4930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EB253-7E84-438C-BCDF-C2B3A3E56B1E}">
      <dsp:nvSpPr>
        <dsp:cNvPr id="0" name=""/>
        <dsp:cNvSpPr/>
      </dsp:nvSpPr>
      <dsp:spPr>
        <a:xfrm>
          <a:off x="5089366" y="11416"/>
          <a:ext cx="2003642" cy="850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Tiempos de respuesta elevados debido a la inexistencia de un sistema centralizado.</a:t>
          </a:r>
          <a:endParaRPr lang="en-US" sz="1100" kern="1200"/>
        </a:p>
      </dsp:txBody>
      <dsp:txXfrm>
        <a:off x="5089366" y="11416"/>
        <a:ext cx="2003642" cy="850029"/>
      </dsp:txXfrm>
    </dsp:sp>
    <dsp:sp modelId="{399F1FD5-99EB-4376-B193-CAE06C400CB2}">
      <dsp:nvSpPr>
        <dsp:cNvPr id="0" name=""/>
        <dsp:cNvSpPr/>
      </dsp:nvSpPr>
      <dsp:spPr>
        <a:xfrm>
          <a:off x="672247" y="1524169"/>
          <a:ext cx="850029" cy="85002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E3111-4A2B-463F-BF08-2FB732E65E15}">
      <dsp:nvSpPr>
        <dsp:cNvPr id="0" name=""/>
        <dsp:cNvSpPr/>
      </dsp:nvSpPr>
      <dsp:spPr>
        <a:xfrm>
          <a:off x="850753" y="1702675"/>
          <a:ext cx="493017" cy="4930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6D7E9-4FD2-4CD4-A016-3DB2D3D85616}">
      <dsp:nvSpPr>
        <dsp:cNvPr id="0" name=""/>
        <dsp:cNvSpPr/>
      </dsp:nvSpPr>
      <dsp:spPr>
        <a:xfrm>
          <a:off x="1704426" y="1524169"/>
          <a:ext cx="2003642" cy="850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Duplicidad de información en distintos canales comunicacionales.</a:t>
          </a:r>
          <a:endParaRPr lang="en-US" sz="1100" kern="1200"/>
        </a:p>
      </dsp:txBody>
      <dsp:txXfrm>
        <a:off x="1704426" y="1524169"/>
        <a:ext cx="2003642" cy="850029"/>
      </dsp:txXfrm>
    </dsp:sp>
    <dsp:sp modelId="{2A43767D-1B39-46ED-ABF2-62FBD03F700C}">
      <dsp:nvSpPr>
        <dsp:cNvPr id="0" name=""/>
        <dsp:cNvSpPr/>
      </dsp:nvSpPr>
      <dsp:spPr>
        <a:xfrm>
          <a:off x="4057187" y="1524169"/>
          <a:ext cx="850029" cy="85002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B3976-F58A-4776-943B-9EEB907661CD}">
      <dsp:nvSpPr>
        <dsp:cNvPr id="0" name=""/>
        <dsp:cNvSpPr/>
      </dsp:nvSpPr>
      <dsp:spPr>
        <a:xfrm>
          <a:off x="4235694" y="1702675"/>
          <a:ext cx="493017" cy="4930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6CBC2-E258-4378-971A-BF3848021893}">
      <dsp:nvSpPr>
        <dsp:cNvPr id="0" name=""/>
        <dsp:cNvSpPr/>
      </dsp:nvSpPr>
      <dsp:spPr>
        <a:xfrm>
          <a:off x="5089366" y="1524169"/>
          <a:ext cx="2003642" cy="850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Escasa trazabilidad de las actividades realizadas por los equipos.</a:t>
          </a:r>
          <a:endParaRPr lang="en-US" sz="1100" kern="1200"/>
        </a:p>
      </dsp:txBody>
      <dsp:txXfrm>
        <a:off x="5089366" y="1524169"/>
        <a:ext cx="2003642" cy="850029"/>
      </dsp:txXfrm>
    </dsp:sp>
    <dsp:sp modelId="{858C99A6-2ECE-458F-9816-163D5D940C81}">
      <dsp:nvSpPr>
        <dsp:cNvPr id="0" name=""/>
        <dsp:cNvSpPr/>
      </dsp:nvSpPr>
      <dsp:spPr>
        <a:xfrm>
          <a:off x="672247" y="3036922"/>
          <a:ext cx="850029" cy="85002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A2D3E-CB7F-4014-9B8D-6C3C8E6D14B3}">
      <dsp:nvSpPr>
        <dsp:cNvPr id="0" name=""/>
        <dsp:cNvSpPr/>
      </dsp:nvSpPr>
      <dsp:spPr>
        <a:xfrm>
          <a:off x="850753" y="3215428"/>
          <a:ext cx="493017" cy="4930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C611E-FB1F-41DF-8393-38B1EC4EDE6F}">
      <dsp:nvSpPr>
        <dsp:cNvPr id="0" name=""/>
        <dsp:cNvSpPr/>
      </dsp:nvSpPr>
      <dsp:spPr>
        <a:xfrm>
          <a:off x="1704426" y="3036922"/>
          <a:ext cx="2003642" cy="850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/>
            <a:t>Estas problemáticas generan ineficiencias, sobrecarga operativa y disminución de la productividad del equipo.</a:t>
          </a:r>
          <a:br>
            <a:rPr lang="es-MX" sz="1100" kern="1200"/>
          </a:br>
          <a:r>
            <a:rPr lang="es-MX" sz="1100" kern="1200"/>
            <a:t>Lo anterior evidencia la necesidad de implementar un sistema unificado que permita mejorar los procesos internos.</a:t>
          </a:r>
          <a:endParaRPr lang="en-US" sz="1100" kern="1200"/>
        </a:p>
      </dsp:txBody>
      <dsp:txXfrm>
        <a:off x="1704426" y="3036922"/>
        <a:ext cx="2003642" cy="850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E9DB9-C833-4960-AADE-D6C38D686273}">
      <dsp:nvSpPr>
        <dsp:cNvPr id="0" name=""/>
        <dsp:cNvSpPr/>
      </dsp:nvSpPr>
      <dsp:spPr>
        <a:xfrm>
          <a:off x="116553" y="68720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ABB0E-CE49-44E0-947D-80888FDE7FE8}">
      <dsp:nvSpPr>
        <dsp:cNvPr id="0" name=""/>
        <dsp:cNvSpPr/>
      </dsp:nvSpPr>
      <dsp:spPr>
        <a:xfrm>
          <a:off x="325960" y="896615"/>
          <a:ext cx="578360" cy="578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6BD67-FFE4-404D-BFC9-2329A2E22D11}">
      <dsp:nvSpPr>
        <dsp:cNvPr id="0" name=""/>
        <dsp:cNvSpPr/>
      </dsp:nvSpPr>
      <dsp:spPr>
        <a:xfrm>
          <a:off x="1327406" y="68720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La problemática identificada afecta directamente la eficiencia de PepsiCo.</a:t>
          </a:r>
          <a:endParaRPr lang="en-US" sz="1400" kern="1200"/>
        </a:p>
      </dsp:txBody>
      <dsp:txXfrm>
        <a:off x="1327406" y="687209"/>
        <a:ext cx="2350478" cy="997172"/>
      </dsp:txXfrm>
    </dsp:sp>
    <dsp:sp modelId="{4F8F607D-DF55-4C15-8E4E-8D656C84D64C}">
      <dsp:nvSpPr>
        <dsp:cNvPr id="0" name=""/>
        <dsp:cNvSpPr/>
      </dsp:nvSpPr>
      <dsp:spPr>
        <a:xfrm>
          <a:off x="4087437" y="68720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5AEDB-3E49-42C3-9136-00C3F58F4EA7}">
      <dsp:nvSpPr>
        <dsp:cNvPr id="0" name=""/>
        <dsp:cNvSpPr/>
      </dsp:nvSpPr>
      <dsp:spPr>
        <a:xfrm>
          <a:off x="4296843" y="896615"/>
          <a:ext cx="578360" cy="578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AEEE2-D84F-46D1-90F2-966718C87B79}">
      <dsp:nvSpPr>
        <dsp:cNvPr id="0" name=""/>
        <dsp:cNvSpPr/>
      </dsp:nvSpPr>
      <dsp:spPr>
        <a:xfrm>
          <a:off x="5298289" y="68720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La solución propuesta aborda de forma efectiva los puntos críticos detectados.</a:t>
          </a:r>
          <a:endParaRPr lang="en-US" sz="1400" kern="1200"/>
        </a:p>
      </dsp:txBody>
      <dsp:txXfrm>
        <a:off x="5298289" y="687209"/>
        <a:ext cx="2350478" cy="997172"/>
      </dsp:txXfrm>
    </dsp:sp>
    <dsp:sp modelId="{ADA437DD-8B9E-4384-A00C-15DA55DABFD5}">
      <dsp:nvSpPr>
        <dsp:cNvPr id="0" name=""/>
        <dsp:cNvSpPr/>
      </dsp:nvSpPr>
      <dsp:spPr>
        <a:xfrm>
          <a:off x="116553" y="237436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2D943-3E05-45FA-9384-578D19729197}">
      <dsp:nvSpPr>
        <dsp:cNvPr id="0" name=""/>
        <dsp:cNvSpPr/>
      </dsp:nvSpPr>
      <dsp:spPr>
        <a:xfrm>
          <a:off x="325960" y="2583775"/>
          <a:ext cx="578360" cy="578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1A7C6-FA5E-4DD0-96BB-CA473BEA54F8}">
      <dsp:nvSpPr>
        <dsp:cNvPr id="0" name=""/>
        <dsp:cNvSpPr/>
      </dsp:nvSpPr>
      <dsp:spPr>
        <a:xfrm>
          <a:off x="1327406" y="237436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La plataforma permitirá un control más robusto, mayor trazabilidad y decisiones basadas en datos.</a:t>
          </a:r>
          <a:endParaRPr lang="en-US" sz="1400" kern="1200"/>
        </a:p>
      </dsp:txBody>
      <dsp:txXfrm>
        <a:off x="1327406" y="2374369"/>
        <a:ext cx="2350478" cy="997172"/>
      </dsp:txXfrm>
    </dsp:sp>
    <dsp:sp modelId="{195010CC-3580-4269-AD9B-2003EE874206}">
      <dsp:nvSpPr>
        <dsp:cNvPr id="0" name=""/>
        <dsp:cNvSpPr/>
      </dsp:nvSpPr>
      <dsp:spPr>
        <a:xfrm>
          <a:off x="4087437" y="2374369"/>
          <a:ext cx="997172" cy="99717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CCCA3-80AB-405A-911F-5D9B4D586732}">
      <dsp:nvSpPr>
        <dsp:cNvPr id="0" name=""/>
        <dsp:cNvSpPr/>
      </dsp:nvSpPr>
      <dsp:spPr>
        <a:xfrm>
          <a:off x="4296843" y="2583775"/>
          <a:ext cx="578360" cy="578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805E4-8CE5-4BBE-8E44-64AA3146D014}">
      <dsp:nvSpPr>
        <dsp:cNvPr id="0" name=""/>
        <dsp:cNvSpPr/>
      </dsp:nvSpPr>
      <dsp:spPr>
        <a:xfrm>
          <a:off x="5298289" y="2374369"/>
          <a:ext cx="2350478" cy="997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El proyecto es completamente viable, escalable y se ajusta a las necesidades reales de la empresa.</a:t>
          </a:r>
          <a:endParaRPr lang="en-US" sz="1400" kern="1200"/>
        </a:p>
      </dsp:txBody>
      <dsp:txXfrm>
        <a:off x="5298289" y="2374369"/>
        <a:ext cx="2350478" cy="9971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6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0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8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2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9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0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5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7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23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9906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00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42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96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14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3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30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976BAAA-75A1-48AA-B7DE-B6B80709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5341" y="1257301"/>
            <a:ext cx="2640840" cy="4343399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s-CL" dirty="0"/>
              <a:t>  Equipo:</a:t>
            </a:r>
          </a:p>
          <a:p>
            <a:pPr algn="l"/>
            <a:r>
              <a:rPr lang="es-CL" dirty="0"/>
              <a:t>Fernando Araneda Martín Orellana Claudia  Ortega</a:t>
            </a:r>
          </a:p>
        </p:txBody>
      </p:sp>
      <p:sp useBgFill="1">
        <p:nvSpPr>
          <p:cNvPr id="28" name="Freeform: Shape 19">
            <a:extLst>
              <a:ext uri="{FF2B5EF4-FFF2-40B4-BE49-F238E27FC236}">
                <a16:creationId xmlns:a16="http://schemas.microsoft.com/office/drawing/2014/main" id="{65A5F259-CDF7-4A15-A66C-A9939D23E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289865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6" y="1257301"/>
            <a:ext cx="5004649" cy="4343399"/>
          </a:xfrm>
        </p:spPr>
        <p:txBody>
          <a:bodyPr anchor="ctr">
            <a:normAutofit/>
          </a:bodyPr>
          <a:lstStyle/>
          <a:p>
            <a:r>
              <a:rPr lang="es-CL"/>
              <a:t>Proyecto PepsiCo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1" cy="970450"/>
          </a:xfrm>
        </p:spPr>
        <p:txBody>
          <a:bodyPr>
            <a:normAutofit/>
          </a:bodyPr>
          <a:lstStyle/>
          <a:p>
            <a:r>
              <a:rPr lang="es-CL" dirty="0"/>
              <a:t>Problemática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0" y="1731964"/>
            <a:ext cx="9144000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C330A0-CC51-28E0-08B6-E7109261B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959454"/>
              </p:ext>
            </p:extLst>
          </p:nvPr>
        </p:nvGraphicFramePr>
        <p:xfrm>
          <a:off x="685800" y="1892830"/>
          <a:ext cx="7765256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s-CL" sz="3100"/>
              <a:t>Solución Propuesta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600"/>
              <a:t>Se propone el desarrollo de una </a:t>
            </a:r>
            <a:r>
              <a:rPr lang="es-MX" sz="1600" b="1"/>
              <a:t>plataforma web centralizada</a:t>
            </a:r>
            <a:r>
              <a:rPr lang="es-MX" sz="1600"/>
              <a:t> que permita:</a:t>
            </a:r>
          </a:p>
          <a:p>
            <a:pPr>
              <a:lnSpc>
                <a:spcPct val="90000"/>
              </a:lnSpc>
            </a:pPr>
            <a:r>
              <a:rPr lang="es-MX" sz="1600"/>
              <a:t>Gestionar procesos y tareas desde un solo punto.</a:t>
            </a:r>
          </a:p>
          <a:p>
            <a:pPr>
              <a:lnSpc>
                <a:spcPct val="90000"/>
              </a:lnSpc>
            </a:pPr>
            <a:r>
              <a:rPr lang="es-MX" sz="1600"/>
              <a:t>Visualizar en tiempo real el avance operativo mediante dashboards.</a:t>
            </a:r>
          </a:p>
          <a:p>
            <a:pPr>
              <a:lnSpc>
                <a:spcPct val="90000"/>
              </a:lnSpc>
            </a:pPr>
            <a:r>
              <a:rPr lang="es-MX" sz="1600"/>
              <a:t>Automatizar flujos de trabajo y reducir la intervención manual.</a:t>
            </a:r>
          </a:p>
          <a:p>
            <a:pPr>
              <a:lnSpc>
                <a:spcPct val="90000"/>
              </a:lnSpc>
            </a:pPr>
            <a:r>
              <a:rPr lang="es-MX" sz="1600"/>
              <a:t>Mejorar la comunicación interna mediante registros y seguimiento estructurado.</a:t>
            </a:r>
          </a:p>
          <a:p>
            <a:pPr>
              <a:lnSpc>
                <a:spcPct val="90000"/>
              </a:lnSpc>
            </a:pPr>
            <a:r>
              <a:rPr lang="es-MX" sz="1600"/>
              <a:t>Mantener la trazabilidad de toda la información generada.</a:t>
            </a:r>
          </a:p>
          <a:p>
            <a:pPr>
              <a:lnSpc>
                <a:spcPct val="90000"/>
              </a:lnSpc>
            </a:pPr>
            <a:r>
              <a:rPr lang="es-MX" sz="1600"/>
              <a:t>Esta solución permitirá a PepsiCo aumentar la eficiencia y el control sobre los procesos diarios y mejorar la toma de decisiones basada en datos.</a:t>
            </a:r>
          </a:p>
          <a:p>
            <a:pPr>
              <a:lnSpc>
                <a:spcPct val="90000"/>
              </a:lnSpc>
            </a:pPr>
            <a:endParaRPr lang="es-MX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s-CL" sz="3100"/>
              <a:t>Objetivos del Proyecto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600" b="1"/>
              <a:t>Objetivo General</a:t>
            </a:r>
          </a:p>
          <a:p>
            <a:pPr>
              <a:lnSpc>
                <a:spcPct val="90000"/>
              </a:lnSpc>
            </a:pPr>
            <a:r>
              <a:rPr lang="es-MX" sz="1600"/>
              <a:t>Diseñar e implementar una plataforma web que optimice la gestión operativa y aumente la eficiencia de los procesos internos de PepsiCo.</a:t>
            </a:r>
          </a:p>
          <a:p>
            <a:pPr>
              <a:lnSpc>
                <a:spcPct val="90000"/>
              </a:lnSpc>
            </a:pPr>
            <a:r>
              <a:rPr lang="es-MX" sz="1600" b="1"/>
              <a:t>Objetivos Específicos</a:t>
            </a:r>
          </a:p>
          <a:p>
            <a:pPr>
              <a:lnSpc>
                <a:spcPct val="90000"/>
              </a:lnSpc>
            </a:pPr>
            <a:r>
              <a:rPr lang="es-MX" sz="1600"/>
              <a:t>Mejorar la visibilidad de las tareas mediante dashboards interactivos.</a:t>
            </a:r>
          </a:p>
          <a:p>
            <a:pPr>
              <a:lnSpc>
                <a:spcPct val="90000"/>
              </a:lnSpc>
            </a:pPr>
            <a:r>
              <a:rPr lang="es-MX" sz="1600"/>
              <a:t>Automatizar procesos que actualmente se ejecutan de forma manual.</a:t>
            </a:r>
          </a:p>
          <a:p>
            <a:pPr>
              <a:lnSpc>
                <a:spcPct val="90000"/>
              </a:lnSpc>
            </a:pPr>
            <a:r>
              <a:rPr lang="es-MX" sz="1600"/>
              <a:t>Optimizar la comunicación interna con registros centralizados.</a:t>
            </a:r>
          </a:p>
          <a:p>
            <a:pPr>
              <a:lnSpc>
                <a:spcPct val="90000"/>
              </a:lnSpc>
            </a:pPr>
            <a:r>
              <a:rPr lang="es-MX" sz="1600"/>
              <a:t>Reducir los tiempos de respuesta y mejorar la trazabilidad.</a:t>
            </a:r>
          </a:p>
          <a:p>
            <a:pPr>
              <a:lnSpc>
                <a:spcPct val="90000"/>
              </a:lnSpc>
            </a:pPr>
            <a:r>
              <a:rPr lang="es-MX" sz="1600"/>
              <a:t>Garantizar una plataforma escalable para futuras necesidades de la empresa.</a:t>
            </a:r>
          </a:p>
          <a:p>
            <a:pPr>
              <a:lnSpc>
                <a:spcPct val="90000"/>
              </a:lnSpc>
            </a:pP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Conclusiones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2DFF12-AA8C-0FCC-8F75-B99D76DB5D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346" y="1732450"/>
          <a:ext cx="7765322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7</TotalTime>
  <Words>310</Words>
  <Application>Microsoft Office PowerPoint</Application>
  <PresentationFormat>Presentación en pantalla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Pizarra</vt:lpstr>
      <vt:lpstr>Proyecto PepsiCo</vt:lpstr>
      <vt:lpstr>Problemática</vt:lpstr>
      <vt:lpstr>Solución Propuesta</vt:lpstr>
      <vt:lpstr>Objetivos del Proyecto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Claudita Bonita</cp:lastModifiedBy>
  <cp:revision>3</cp:revision>
  <dcterms:created xsi:type="dcterms:W3CDTF">2013-01-27T09:14:16Z</dcterms:created>
  <dcterms:modified xsi:type="dcterms:W3CDTF">2025-11-20T03:26:13Z</dcterms:modified>
  <cp:category/>
</cp:coreProperties>
</file>